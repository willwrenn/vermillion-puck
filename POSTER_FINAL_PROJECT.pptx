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7" r:id="rId2"/>
  </p:sldIdLst>
  <p:sldSz cx="14758988" cy="10333038"/>
  <p:notesSz cx="6858000" cy="9144000"/>
  <p:defaultTextStyle>
    <a:defPPr>
      <a:defRPr lang="en-US"/>
    </a:defPPr>
    <a:lvl1pPr algn="l" defTabSz="715963" rtl="0" fontAlgn="base">
      <a:spcBef>
        <a:spcPct val="0"/>
      </a:spcBef>
      <a:spcAft>
        <a:spcPct val="0"/>
      </a:spcAft>
      <a:defRPr sz="2800" kern="1200">
        <a:solidFill>
          <a:schemeClr val="tx1"/>
        </a:solidFill>
        <a:latin typeface="Arial" charset="0"/>
        <a:ea typeface="Geneva" charset="-128"/>
        <a:cs typeface="+mn-cs"/>
      </a:defRPr>
    </a:lvl1pPr>
    <a:lvl2pPr marL="715963" indent="-258763" algn="l" defTabSz="715963" rtl="0" fontAlgn="base">
      <a:spcBef>
        <a:spcPct val="0"/>
      </a:spcBef>
      <a:spcAft>
        <a:spcPct val="0"/>
      </a:spcAft>
      <a:defRPr sz="2800" kern="1200">
        <a:solidFill>
          <a:schemeClr val="tx1"/>
        </a:solidFill>
        <a:latin typeface="Arial" charset="0"/>
        <a:ea typeface="Geneva" charset="-128"/>
        <a:cs typeface="+mn-cs"/>
      </a:defRPr>
    </a:lvl2pPr>
    <a:lvl3pPr marL="1433513" indent="-519113" algn="l" defTabSz="715963" rtl="0" fontAlgn="base">
      <a:spcBef>
        <a:spcPct val="0"/>
      </a:spcBef>
      <a:spcAft>
        <a:spcPct val="0"/>
      </a:spcAft>
      <a:defRPr sz="2800" kern="1200">
        <a:solidFill>
          <a:schemeClr val="tx1"/>
        </a:solidFill>
        <a:latin typeface="Arial" charset="0"/>
        <a:ea typeface="Geneva" charset="-128"/>
        <a:cs typeface="+mn-cs"/>
      </a:defRPr>
    </a:lvl3pPr>
    <a:lvl4pPr marL="2149475" indent="-777875" algn="l" defTabSz="715963" rtl="0" fontAlgn="base">
      <a:spcBef>
        <a:spcPct val="0"/>
      </a:spcBef>
      <a:spcAft>
        <a:spcPct val="0"/>
      </a:spcAft>
      <a:defRPr sz="2800" kern="1200">
        <a:solidFill>
          <a:schemeClr val="tx1"/>
        </a:solidFill>
        <a:latin typeface="Arial" charset="0"/>
        <a:ea typeface="Geneva" charset="-128"/>
        <a:cs typeface="+mn-cs"/>
      </a:defRPr>
    </a:lvl4pPr>
    <a:lvl5pPr marL="2867025" indent="-1038225" algn="l" defTabSz="715963" rtl="0" fontAlgn="base">
      <a:spcBef>
        <a:spcPct val="0"/>
      </a:spcBef>
      <a:spcAft>
        <a:spcPct val="0"/>
      </a:spcAft>
      <a:defRPr sz="2800" kern="1200">
        <a:solidFill>
          <a:schemeClr val="tx1"/>
        </a:solidFill>
        <a:latin typeface="Arial" charset="0"/>
        <a:ea typeface="Geneva" charset="-128"/>
        <a:cs typeface="+mn-cs"/>
      </a:defRPr>
    </a:lvl5pPr>
    <a:lvl6pPr marL="2286000" algn="l" defTabSz="914400" rtl="0" eaLnBrk="1" latinLnBrk="0" hangingPunct="1">
      <a:defRPr sz="2800" kern="1200">
        <a:solidFill>
          <a:schemeClr val="tx1"/>
        </a:solidFill>
        <a:latin typeface="Arial" charset="0"/>
        <a:ea typeface="Geneva" charset="-128"/>
        <a:cs typeface="+mn-cs"/>
      </a:defRPr>
    </a:lvl6pPr>
    <a:lvl7pPr marL="2743200" algn="l" defTabSz="914400" rtl="0" eaLnBrk="1" latinLnBrk="0" hangingPunct="1">
      <a:defRPr sz="2800" kern="1200">
        <a:solidFill>
          <a:schemeClr val="tx1"/>
        </a:solidFill>
        <a:latin typeface="Arial" charset="0"/>
        <a:ea typeface="Geneva" charset="-128"/>
        <a:cs typeface="+mn-cs"/>
      </a:defRPr>
    </a:lvl7pPr>
    <a:lvl8pPr marL="3200400" algn="l" defTabSz="914400" rtl="0" eaLnBrk="1" latinLnBrk="0" hangingPunct="1">
      <a:defRPr sz="2800" kern="1200">
        <a:solidFill>
          <a:schemeClr val="tx1"/>
        </a:solidFill>
        <a:latin typeface="Arial" charset="0"/>
        <a:ea typeface="Geneva" charset="-128"/>
        <a:cs typeface="+mn-cs"/>
      </a:defRPr>
    </a:lvl8pPr>
    <a:lvl9pPr marL="3657600" algn="l" defTabSz="914400" rtl="0" eaLnBrk="1" latinLnBrk="0" hangingPunct="1">
      <a:defRPr sz="2800" kern="1200">
        <a:solidFill>
          <a:schemeClr val="tx1"/>
        </a:solidFill>
        <a:latin typeface="Arial" charset="0"/>
        <a:ea typeface="Geneva" charset="-128"/>
        <a:cs typeface="+mn-cs"/>
      </a:defRPr>
    </a:lvl9pPr>
  </p:defaultTextStyle>
  <p:extLst>
    <p:ext uri="{EFAFB233-063F-42B5-8137-9DF3F51BA10A}">
      <p15:sldGuideLst xmlns:p15="http://schemas.microsoft.com/office/powerpoint/2012/main">
        <p15:guide id="1" orient="horz" pos="3254">
          <p15:clr>
            <a:srgbClr val="A4A3A4"/>
          </p15:clr>
        </p15:guide>
        <p15:guide id="2" pos="46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1D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336F64-FF99-4819-AC86-696056F23AB2}" v="6" dt="2026-05-25T03:54:22.9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223" autoAdjust="0"/>
  </p:normalViewPr>
  <p:slideViewPr>
    <p:cSldViewPr snapToGrid="0" snapToObjects="1">
      <p:cViewPr varScale="1">
        <p:scale>
          <a:sx n="50" d="100"/>
          <a:sy n="50" d="100"/>
        </p:scale>
        <p:origin x="858" y="21"/>
      </p:cViewPr>
      <p:guideLst>
        <p:guide orient="horz" pos="3254"/>
        <p:guide pos="464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 Wrenn" userId="f56d42fdb79696f3" providerId="LiveId" clId="{8848588F-0436-4B70-AC11-6831CFA9E1F4}"/>
    <pc:docChg chg="undo custSel modSld">
      <pc:chgData name="Will Wrenn" userId="f56d42fdb79696f3" providerId="LiveId" clId="{8848588F-0436-4B70-AC11-6831CFA9E1F4}" dt="2026-05-25T03:54:33.770" v="36" actId="404"/>
      <pc:docMkLst>
        <pc:docMk/>
      </pc:docMkLst>
      <pc:sldChg chg="addSp delSp modSp mod">
        <pc:chgData name="Will Wrenn" userId="f56d42fdb79696f3" providerId="LiveId" clId="{8848588F-0436-4B70-AC11-6831CFA9E1F4}" dt="2026-05-25T03:54:33.770" v="36" actId="404"/>
        <pc:sldMkLst>
          <pc:docMk/>
          <pc:sldMk cId="0" sldId="257"/>
        </pc:sldMkLst>
        <pc:spChg chg="mod">
          <ac:chgData name="Will Wrenn" userId="f56d42fdb79696f3" providerId="LiveId" clId="{8848588F-0436-4B70-AC11-6831CFA9E1F4}" dt="2026-05-25T03:54:33.770" v="36" actId="404"/>
          <ac:spMkLst>
            <pc:docMk/>
            <pc:sldMk cId="0" sldId="257"/>
            <ac:spMk id="3077" creationId="{00000000-0000-0000-0000-000000000000}"/>
          </ac:spMkLst>
        </pc:spChg>
        <pc:picChg chg="add del mod">
          <ac:chgData name="Will Wrenn" userId="f56d42fdb79696f3" providerId="LiveId" clId="{8848588F-0436-4B70-AC11-6831CFA9E1F4}" dt="2026-05-25T03:47:53.652" v="3" actId="478"/>
          <ac:picMkLst>
            <pc:docMk/>
            <pc:sldMk cId="0" sldId="257"/>
            <ac:picMk id="2" creationId="{146A5373-1698-F7EF-2BD0-27FF08C029F2}"/>
          </ac:picMkLst>
        </pc:picChg>
        <pc:picChg chg="mod">
          <ac:chgData name="Will Wrenn" userId="f56d42fdb79696f3" providerId="LiveId" clId="{8848588F-0436-4B70-AC11-6831CFA9E1F4}" dt="2026-05-25T03:48:03.947" v="5" actId="2085"/>
          <ac:picMkLst>
            <pc:docMk/>
            <pc:sldMk cId="0" sldId="257"/>
            <ac:picMk id="8" creationId="{982037BC-2B71-7ACA-2330-06FC1741E96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cs typeface="Geneva" charset="-128"/>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smtClean="0"/>
            </a:lvl1pPr>
          </a:lstStyle>
          <a:p>
            <a:pPr>
              <a:defRPr/>
            </a:pPr>
            <a:fld id="{8FB99983-FF8B-48D4-BB5C-A13EAE56EED1}" type="datetime1">
              <a:rPr lang="en-US"/>
              <a:pPr>
                <a:defRPr/>
              </a:pPr>
              <a:t>5/25/2026</a:t>
            </a:fld>
            <a:endParaRPr lang="en-US"/>
          </a:p>
        </p:txBody>
      </p:sp>
      <p:sp>
        <p:nvSpPr>
          <p:cNvPr id="4" name="Slide Image Placeholder 3"/>
          <p:cNvSpPr>
            <a:spLocks noGrp="1" noRot="1" noChangeAspect="1"/>
          </p:cNvSpPr>
          <p:nvPr>
            <p:ph type="sldImg" idx="2"/>
          </p:nvPr>
        </p:nvSpPr>
        <p:spPr>
          <a:xfrm>
            <a:off x="981075" y="685800"/>
            <a:ext cx="489585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cs typeface="Geneva" charset="-128"/>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smtClean="0"/>
            </a:lvl1pPr>
          </a:lstStyle>
          <a:p>
            <a:pPr>
              <a:defRPr/>
            </a:pPr>
            <a:fld id="{B5E5256C-919A-4817-B7EE-7D55C0BCBE54}" type="slidenum">
              <a:rPr lang="en-US"/>
              <a:pPr>
                <a:defRPr/>
              </a:pPr>
              <a:t>‹#›</a:t>
            </a:fld>
            <a:endParaRPr lang="en-US"/>
          </a:p>
        </p:txBody>
      </p:sp>
    </p:spTree>
    <p:extLst>
      <p:ext uri="{BB962C8B-B14F-4D97-AF65-F5344CB8AC3E}">
        <p14:creationId xmlns:p14="http://schemas.microsoft.com/office/powerpoint/2010/main" val="3691560316"/>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Geneva" charset="-128"/>
        <a:cs typeface="Geneva" charset="-128"/>
      </a:defRPr>
    </a:lvl1pPr>
    <a:lvl2pPr marL="457200" algn="l" defTabSz="457200" rtl="0" eaLnBrk="0" fontAlgn="base" hangingPunct="0">
      <a:spcBef>
        <a:spcPct val="30000"/>
      </a:spcBef>
      <a:spcAft>
        <a:spcPct val="0"/>
      </a:spcAft>
      <a:defRPr sz="1200" kern="1200">
        <a:solidFill>
          <a:schemeClr val="tx1"/>
        </a:solidFill>
        <a:latin typeface="+mn-lt"/>
        <a:ea typeface="Geneva"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Geneva"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Geneva"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Geneva"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a:defRPr/>
            </a:pPr>
            <a:fld id="{B5E5256C-919A-4817-B7EE-7D55C0BCBE54}" type="slidenum">
              <a:rPr lang="en-US" smtClean="0"/>
              <a:pPr>
                <a:defRPr/>
              </a:pPr>
              <a:t>1</a:t>
            </a:fld>
            <a:endParaRPr lang="en-US"/>
          </a:p>
        </p:txBody>
      </p:sp>
    </p:spTree>
    <p:extLst>
      <p:ext uri="{BB962C8B-B14F-4D97-AF65-F5344CB8AC3E}">
        <p14:creationId xmlns:p14="http://schemas.microsoft.com/office/powerpoint/2010/main" val="29842276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06924" y="3209940"/>
            <a:ext cx="12545140" cy="2214906"/>
          </a:xfrm>
        </p:spPr>
        <p:txBody>
          <a:bodyPr/>
          <a:lstStyle/>
          <a:p>
            <a:r>
              <a:rPr lang="en-AU"/>
              <a:t>Click to edit Master title style</a:t>
            </a:r>
            <a:endParaRPr lang="en-US"/>
          </a:p>
        </p:txBody>
      </p:sp>
      <p:sp>
        <p:nvSpPr>
          <p:cNvPr id="3" name="Subtitle 2"/>
          <p:cNvSpPr>
            <a:spLocks noGrp="1"/>
          </p:cNvSpPr>
          <p:nvPr>
            <p:ph type="subTitle" idx="1"/>
          </p:nvPr>
        </p:nvSpPr>
        <p:spPr>
          <a:xfrm>
            <a:off x="2213848" y="5855388"/>
            <a:ext cx="10331292" cy="2640665"/>
          </a:xfrm>
        </p:spPr>
        <p:txBody>
          <a:bodyPr/>
          <a:lstStyle>
            <a:lvl1pPr marL="0" indent="0" algn="ctr">
              <a:buNone/>
              <a:defRPr>
                <a:solidFill>
                  <a:schemeClr val="tx1">
                    <a:tint val="75000"/>
                  </a:schemeClr>
                </a:solidFill>
              </a:defRPr>
            </a:lvl1pPr>
            <a:lvl2pPr marL="716890" indent="0" algn="ctr">
              <a:buNone/>
              <a:defRPr>
                <a:solidFill>
                  <a:schemeClr val="tx1">
                    <a:tint val="75000"/>
                  </a:schemeClr>
                </a:solidFill>
              </a:defRPr>
            </a:lvl2pPr>
            <a:lvl3pPr marL="1433779" indent="0" algn="ctr">
              <a:buNone/>
              <a:defRPr>
                <a:solidFill>
                  <a:schemeClr val="tx1">
                    <a:tint val="75000"/>
                  </a:schemeClr>
                </a:solidFill>
              </a:defRPr>
            </a:lvl3pPr>
            <a:lvl4pPr marL="2150669" indent="0" algn="ctr">
              <a:buNone/>
              <a:defRPr>
                <a:solidFill>
                  <a:schemeClr val="tx1">
                    <a:tint val="75000"/>
                  </a:schemeClr>
                </a:solidFill>
              </a:defRPr>
            </a:lvl4pPr>
            <a:lvl5pPr marL="2867558" indent="0" algn="ctr">
              <a:buNone/>
              <a:defRPr>
                <a:solidFill>
                  <a:schemeClr val="tx1">
                    <a:tint val="75000"/>
                  </a:schemeClr>
                </a:solidFill>
              </a:defRPr>
            </a:lvl5pPr>
            <a:lvl6pPr marL="3584448" indent="0" algn="ctr">
              <a:buNone/>
              <a:defRPr>
                <a:solidFill>
                  <a:schemeClr val="tx1">
                    <a:tint val="75000"/>
                  </a:schemeClr>
                </a:solidFill>
              </a:defRPr>
            </a:lvl6pPr>
            <a:lvl7pPr marL="4301338" indent="0" algn="ctr">
              <a:buNone/>
              <a:defRPr>
                <a:solidFill>
                  <a:schemeClr val="tx1">
                    <a:tint val="75000"/>
                  </a:schemeClr>
                </a:solidFill>
              </a:defRPr>
            </a:lvl7pPr>
            <a:lvl8pPr marL="5018227" indent="0" algn="ctr">
              <a:buNone/>
              <a:defRPr>
                <a:solidFill>
                  <a:schemeClr val="tx1">
                    <a:tint val="75000"/>
                  </a:schemeClr>
                </a:solidFill>
              </a:defRPr>
            </a:lvl8pPr>
            <a:lvl9pPr marL="5735117" indent="0" algn="ctr">
              <a:buNone/>
              <a:defRPr>
                <a:solidFill>
                  <a:schemeClr val="tx1">
                    <a:tint val="75000"/>
                  </a:schemeClr>
                </a:solidFill>
              </a:defRPr>
            </a:lvl9pPr>
          </a:lstStyle>
          <a:p>
            <a:r>
              <a:rPr lang="en-AU"/>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65CAC68B-D864-4606-AD5B-C211B22260C9}" type="datetime1">
              <a:rPr lang="en-US"/>
              <a:pPr>
                <a:defRPr/>
              </a:pPr>
              <a:t>5/25/2026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CD6B829-617E-46B8-8641-E065B8FDE8F6}" type="slidenum">
              <a:rPr lang="en-US"/>
              <a:pPr>
                <a:defRPr/>
              </a:pPr>
              <a:t>‹#›</a:t>
            </a:fld>
            <a:endParaRPr lang="en-US"/>
          </a:p>
        </p:txBody>
      </p:sp>
    </p:spTree>
    <p:extLst>
      <p:ext uri="{BB962C8B-B14F-4D97-AF65-F5344CB8AC3E}">
        <p14:creationId xmlns:p14="http://schemas.microsoft.com/office/powerpoint/2010/main" val="2488221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10" name="Straight Connector 9"/>
          <p:cNvCxnSpPr/>
          <p:nvPr userDrawn="1"/>
        </p:nvCxnSpPr>
        <p:spPr>
          <a:xfrm>
            <a:off x="0" y="47625"/>
            <a:ext cx="14773275" cy="1588"/>
          </a:xfrm>
          <a:prstGeom prst="line">
            <a:avLst/>
          </a:prstGeom>
          <a:ln w="19050" cap="flat" cmpd="sng" algn="ctr">
            <a:solidFill>
              <a:schemeClr val="accent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userDrawn="1"/>
        </p:nvCxnSpPr>
        <p:spPr>
          <a:xfrm>
            <a:off x="0" y="1109663"/>
            <a:ext cx="14773275" cy="1587"/>
          </a:xfrm>
          <a:prstGeom prst="line">
            <a:avLst/>
          </a:prstGeom>
          <a:ln w="19050" cap="flat" cmpd="sng" algn="ctr">
            <a:solidFill>
              <a:schemeClr val="accent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6" name="Text Placeholder 2"/>
          <p:cNvSpPr>
            <a:spLocks noGrp="1"/>
          </p:cNvSpPr>
          <p:nvPr>
            <p:ph idx="1"/>
          </p:nvPr>
        </p:nvSpPr>
        <p:spPr bwMode="auto">
          <a:xfrm>
            <a:off x="112538" y="1270000"/>
            <a:ext cx="3499731" cy="7656512"/>
          </a:xfrm>
          <a:prstGeom prst="rect">
            <a:avLst/>
          </a:prstGeom>
          <a:noFill/>
          <a:ln w="9525">
            <a:noFill/>
            <a:miter lim="800000"/>
            <a:headEnd/>
            <a:tailEnd/>
          </a:ln>
        </p:spPr>
        <p:txBody>
          <a:bodyPr/>
          <a:lstStyle>
            <a:lvl1pPr marL="0" indent="0" algn="l">
              <a:buNone/>
              <a:defRPr sz="1400">
                <a:latin typeface="Helvetica Neue"/>
                <a:cs typeface="Helvetica Neue"/>
              </a:defRPr>
            </a:lvl1pPr>
            <a:lvl2pPr algn="l">
              <a:buNone/>
              <a:defRPr sz="1800">
                <a:latin typeface="Helvetica Neue"/>
                <a:cs typeface="Helvetica Neue"/>
              </a:defRPr>
            </a:lvl2pPr>
            <a:lvl3pPr algn="l">
              <a:buNone/>
              <a:defRPr sz="1800">
                <a:latin typeface="Helvetica Neue"/>
                <a:cs typeface="Helvetica Neue"/>
              </a:defRPr>
            </a:lvl3pPr>
            <a:lvl4pPr algn="l">
              <a:buNone/>
              <a:defRPr sz="1800">
                <a:latin typeface="Helvetica Neue"/>
                <a:cs typeface="Helvetica Neue"/>
              </a:defRPr>
            </a:lvl4pPr>
            <a:lvl5pPr algn="l">
              <a:buNone/>
              <a:defRPr sz="1800">
                <a:latin typeface="Helvetica Neue"/>
                <a:cs typeface="Helvetica Neue"/>
              </a:defRPr>
            </a:lvl5pPr>
          </a:lstStyle>
          <a:p>
            <a:pPr lvl="0"/>
            <a:r>
              <a:rPr lang="en-AU" noProof="0" dirty="0"/>
              <a:t>Click to edit Master text styles</a:t>
            </a:r>
          </a:p>
          <a:p>
            <a:pPr lvl="0"/>
            <a:r>
              <a:rPr lang="en-AU" noProof="0" dirty="0"/>
              <a:t>Second level</a:t>
            </a:r>
          </a:p>
          <a:p>
            <a:pPr lvl="0"/>
            <a:r>
              <a:rPr lang="en-AU" noProof="0" dirty="0"/>
              <a:t>Third level</a:t>
            </a:r>
          </a:p>
          <a:p>
            <a:pPr lvl="0"/>
            <a:r>
              <a:rPr lang="en-AU" noProof="0" dirty="0"/>
              <a:t>Fourth level</a:t>
            </a:r>
          </a:p>
          <a:p>
            <a:pPr lvl="0"/>
            <a:r>
              <a:rPr lang="en-AU" noProof="0" dirty="0"/>
              <a:t>Fifth level</a:t>
            </a:r>
            <a:endParaRPr lang="en-US" noProof="0" dirty="0"/>
          </a:p>
        </p:txBody>
      </p:sp>
      <p:sp>
        <p:nvSpPr>
          <p:cNvPr id="9" name="Title 8"/>
          <p:cNvSpPr>
            <a:spLocks noGrp="1"/>
          </p:cNvSpPr>
          <p:nvPr>
            <p:ph type="title"/>
          </p:nvPr>
        </p:nvSpPr>
        <p:spPr>
          <a:xfrm>
            <a:off x="449969" y="-24897"/>
            <a:ext cx="14311745" cy="697998"/>
          </a:xfrm>
        </p:spPr>
        <p:txBody>
          <a:bodyPr/>
          <a:lstStyle>
            <a:lvl1pPr algn="r">
              <a:defRPr sz="4800" cap="all">
                <a:solidFill>
                  <a:srgbClr val="271D65"/>
                </a:solidFill>
                <a:latin typeface="Bodoni MT"/>
                <a:cs typeface="Bodoni MT"/>
              </a:defRPr>
            </a:lvl1pPr>
          </a:lstStyle>
          <a:p>
            <a:r>
              <a:rPr lang="en-AU" dirty="0"/>
              <a:t>Click to edit Master title style</a:t>
            </a:r>
            <a:endParaRPr lang="en-US" dirty="0"/>
          </a:p>
        </p:txBody>
      </p:sp>
      <p:sp>
        <p:nvSpPr>
          <p:cNvPr id="14" name="Subtitle 2"/>
          <p:cNvSpPr>
            <a:spLocks noGrp="1"/>
          </p:cNvSpPr>
          <p:nvPr>
            <p:ph type="subTitle" idx="10"/>
          </p:nvPr>
        </p:nvSpPr>
        <p:spPr>
          <a:xfrm>
            <a:off x="4403883" y="673101"/>
            <a:ext cx="10331292" cy="441721"/>
          </a:xfrm>
        </p:spPr>
        <p:txBody>
          <a:bodyPr tIns="0">
            <a:noAutofit/>
          </a:bodyPr>
          <a:lstStyle>
            <a:lvl1pPr marL="0" indent="0" algn="r">
              <a:spcBef>
                <a:spcPts val="0"/>
              </a:spcBef>
              <a:buNone/>
              <a:defRPr sz="2400">
                <a:solidFill>
                  <a:srgbClr val="271D65"/>
                </a:solidFill>
              </a:defRPr>
            </a:lvl1pPr>
            <a:lvl2pPr marL="716890" indent="0" algn="ctr">
              <a:buNone/>
              <a:defRPr>
                <a:solidFill>
                  <a:schemeClr val="tx1">
                    <a:tint val="75000"/>
                  </a:schemeClr>
                </a:solidFill>
              </a:defRPr>
            </a:lvl2pPr>
            <a:lvl3pPr marL="1433779" indent="0" algn="ctr">
              <a:buNone/>
              <a:defRPr>
                <a:solidFill>
                  <a:schemeClr val="tx1">
                    <a:tint val="75000"/>
                  </a:schemeClr>
                </a:solidFill>
              </a:defRPr>
            </a:lvl3pPr>
            <a:lvl4pPr marL="2150669" indent="0" algn="ctr">
              <a:buNone/>
              <a:defRPr>
                <a:solidFill>
                  <a:schemeClr val="tx1">
                    <a:tint val="75000"/>
                  </a:schemeClr>
                </a:solidFill>
              </a:defRPr>
            </a:lvl4pPr>
            <a:lvl5pPr marL="2867558" indent="0" algn="ctr">
              <a:buNone/>
              <a:defRPr>
                <a:solidFill>
                  <a:schemeClr val="tx1">
                    <a:tint val="75000"/>
                  </a:schemeClr>
                </a:solidFill>
              </a:defRPr>
            </a:lvl5pPr>
            <a:lvl6pPr marL="3584448" indent="0" algn="ctr">
              <a:buNone/>
              <a:defRPr>
                <a:solidFill>
                  <a:schemeClr val="tx1">
                    <a:tint val="75000"/>
                  </a:schemeClr>
                </a:solidFill>
              </a:defRPr>
            </a:lvl6pPr>
            <a:lvl7pPr marL="4301338" indent="0" algn="ctr">
              <a:buNone/>
              <a:defRPr>
                <a:solidFill>
                  <a:schemeClr val="tx1">
                    <a:tint val="75000"/>
                  </a:schemeClr>
                </a:solidFill>
              </a:defRPr>
            </a:lvl7pPr>
            <a:lvl8pPr marL="5018227" indent="0" algn="ctr">
              <a:buNone/>
              <a:defRPr>
                <a:solidFill>
                  <a:schemeClr val="tx1">
                    <a:tint val="75000"/>
                  </a:schemeClr>
                </a:solidFill>
              </a:defRPr>
            </a:lvl8pPr>
            <a:lvl9pPr marL="5735117" indent="0" algn="ctr">
              <a:buNone/>
              <a:defRPr>
                <a:solidFill>
                  <a:schemeClr val="tx1">
                    <a:tint val="75000"/>
                  </a:schemeClr>
                </a:solidFill>
              </a:defRPr>
            </a:lvl9pPr>
          </a:lstStyle>
          <a:p>
            <a:r>
              <a:rPr lang="en-AU" dirty="0"/>
              <a:t>Click to edit Master subtitle style</a:t>
            </a:r>
            <a:endParaRPr lang="en-US" dirty="0"/>
          </a:p>
        </p:txBody>
      </p:sp>
      <p:sp>
        <p:nvSpPr>
          <p:cNvPr id="15" name="Text Placeholder 2"/>
          <p:cNvSpPr>
            <a:spLocks noGrp="1"/>
          </p:cNvSpPr>
          <p:nvPr>
            <p:ph idx="11"/>
          </p:nvPr>
        </p:nvSpPr>
        <p:spPr bwMode="auto">
          <a:xfrm>
            <a:off x="3789482" y="1270000"/>
            <a:ext cx="3499731" cy="7656512"/>
          </a:xfrm>
          <a:prstGeom prst="rect">
            <a:avLst/>
          </a:prstGeom>
          <a:noFill/>
          <a:ln w="9525">
            <a:noFill/>
            <a:miter lim="800000"/>
            <a:headEnd/>
            <a:tailEnd/>
          </a:ln>
        </p:spPr>
        <p:txBody>
          <a:bodyPr/>
          <a:lstStyle>
            <a:lvl1pPr marL="0" indent="0" algn="l">
              <a:buNone/>
              <a:defRPr sz="1400">
                <a:latin typeface="Helvetica Neue"/>
                <a:cs typeface="Helvetica Neue"/>
              </a:defRPr>
            </a:lvl1pPr>
            <a:lvl2pPr algn="l">
              <a:buNone/>
              <a:defRPr sz="1800">
                <a:latin typeface="Helvetica Neue"/>
                <a:cs typeface="Helvetica Neue"/>
              </a:defRPr>
            </a:lvl2pPr>
            <a:lvl3pPr algn="l">
              <a:buNone/>
              <a:defRPr sz="1800">
                <a:latin typeface="Helvetica Neue"/>
                <a:cs typeface="Helvetica Neue"/>
              </a:defRPr>
            </a:lvl3pPr>
            <a:lvl4pPr algn="l">
              <a:buNone/>
              <a:defRPr sz="1800">
                <a:latin typeface="Helvetica Neue"/>
                <a:cs typeface="Helvetica Neue"/>
              </a:defRPr>
            </a:lvl4pPr>
            <a:lvl5pPr algn="l">
              <a:buNone/>
              <a:defRPr sz="1800">
                <a:latin typeface="Helvetica Neue"/>
                <a:cs typeface="Helvetica Neue"/>
              </a:defRPr>
            </a:lvl5pPr>
          </a:lstStyle>
          <a:p>
            <a:pPr lvl="0"/>
            <a:r>
              <a:rPr lang="en-AU" noProof="0" dirty="0"/>
              <a:t>Click to edit Master text styles</a:t>
            </a:r>
          </a:p>
          <a:p>
            <a:pPr lvl="0"/>
            <a:r>
              <a:rPr lang="en-AU" noProof="0" dirty="0"/>
              <a:t>Second level</a:t>
            </a:r>
          </a:p>
          <a:p>
            <a:pPr lvl="0"/>
            <a:r>
              <a:rPr lang="en-AU" noProof="0" dirty="0"/>
              <a:t>Third level</a:t>
            </a:r>
          </a:p>
          <a:p>
            <a:pPr lvl="0"/>
            <a:r>
              <a:rPr lang="en-AU" noProof="0" dirty="0"/>
              <a:t>Fourth level</a:t>
            </a:r>
          </a:p>
          <a:p>
            <a:pPr lvl="0"/>
            <a:r>
              <a:rPr lang="en-AU" noProof="0" dirty="0"/>
              <a:t>Fifth level</a:t>
            </a:r>
            <a:endParaRPr lang="en-US" noProof="0" dirty="0"/>
          </a:p>
        </p:txBody>
      </p:sp>
      <p:sp>
        <p:nvSpPr>
          <p:cNvPr id="16" name="Text Placeholder 2"/>
          <p:cNvSpPr>
            <a:spLocks noGrp="1"/>
          </p:cNvSpPr>
          <p:nvPr>
            <p:ph idx="12"/>
          </p:nvPr>
        </p:nvSpPr>
        <p:spPr bwMode="auto">
          <a:xfrm>
            <a:off x="7466426" y="1270000"/>
            <a:ext cx="3499731" cy="7656512"/>
          </a:xfrm>
          <a:prstGeom prst="rect">
            <a:avLst/>
          </a:prstGeom>
          <a:noFill/>
          <a:ln w="9525">
            <a:noFill/>
            <a:miter lim="800000"/>
            <a:headEnd/>
            <a:tailEnd/>
          </a:ln>
        </p:spPr>
        <p:txBody>
          <a:bodyPr/>
          <a:lstStyle>
            <a:lvl1pPr marL="0" indent="0" algn="l">
              <a:buNone/>
              <a:defRPr sz="1400">
                <a:latin typeface="Helvetica Neue"/>
                <a:cs typeface="Helvetica Neue"/>
              </a:defRPr>
            </a:lvl1pPr>
            <a:lvl2pPr algn="l">
              <a:buNone/>
              <a:defRPr sz="1800">
                <a:latin typeface="Helvetica Neue"/>
                <a:cs typeface="Helvetica Neue"/>
              </a:defRPr>
            </a:lvl2pPr>
            <a:lvl3pPr algn="l">
              <a:buNone/>
              <a:defRPr sz="1800">
                <a:latin typeface="Helvetica Neue"/>
                <a:cs typeface="Helvetica Neue"/>
              </a:defRPr>
            </a:lvl3pPr>
            <a:lvl4pPr algn="l">
              <a:buNone/>
              <a:defRPr sz="1800">
                <a:latin typeface="Helvetica Neue"/>
                <a:cs typeface="Helvetica Neue"/>
              </a:defRPr>
            </a:lvl4pPr>
            <a:lvl5pPr algn="l">
              <a:buNone/>
              <a:defRPr sz="1800">
                <a:latin typeface="Helvetica Neue"/>
                <a:cs typeface="Helvetica Neue"/>
              </a:defRPr>
            </a:lvl5pPr>
          </a:lstStyle>
          <a:p>
            <a:pPr lvl="0"/>
            <a:r>
              <a:rPr lang="en-AU" noProof="0" dirty="0"/>
              <a:t>Click to edit Master text styles</a:t>
            </a:r>
          </a:p>
          <a:p>
            <a:pPr lvl="0"/>
            <a:r>
              <a:rPr lang="en-AU" noProof="0" dirty="0"/>
              <a:t>Second level</a:t>
            </a:r>
          </a:p>
          <a:p>
            <a:pPr lvl="0"/>
            <a:r>
              <a:rPr lang="en-AU" noProof="0" dirty="0"/>
              <a:t>Third level</a:t>
            </a:r>
          </a:p>
          <a:p>
            <a:pPr lvl="0"/>
            <a:r>
              <a:rPr lang="en-AU" noProof="0" dirty="0"/>
              <a:t>Fourth level</a:t>
            </a:r>
          </a:p>
          <a:p>
            <a:pPr lvl="0"/>
            <a:r>
              <a:rPr lang="en-AU" noProof="0" dirty="0"/>
              <a:t>Fifth level</a:t>
            </a:r>
            <a:endParaRPr lang="en-US" noProof="0" dirty="0"/>
          </a:p>
        </p:txBody>
      </p:sp>
      <p:sp>
        <p:nvSpPr>
          <p:cNvPr id="17" name="Text Placeholder 2"/>
          <p:cNvSpPr>
            <a:spLocks noGrp="1"/>
          </p:cNvSpPr>
          <p:nvPr>
            <p:ph idx="13"/>
          </p:nvPr>
        </p:nvSpPr>
        <p:spPr bwMode="auto">
          <a:xfrm>
            <a:off x="11143369" y="1270000"/>
            <a:ext cx="3499731" cy="7656512"/>
          </a:xfrm>
          <a:prstGeom prst="rect">
            <a:avLst/>
          </a:prstGeom>
          <a:noFill/>
          <a:ln w="9525">
            <a:noFill/>
            <a:miter lim="800000"/>
            <a:headEnd/>
            <a:tailEnd/>
          </a:ln>
        </p:spPr>
        <p:txBody>
          <a:bodyPr/>
          <a:lstStyle>
            <a:lvl1pPr marL="0" indent="0" algn="l">
              <a:buNone/>
              <a:defRPr sz="1400">
                <a:latin typeface="Helvetica Neue"/>
                <a:cs typeface="Helvetica Neue"/>
              </a:defRPr>
            </a:lvl1pPr>
            <a:lvl2pPr algn="l">
              <a:buNone/>
              <a:defRPr sz="1800">
                <a:latin typeface="Helvetica Neue"/>
                <a:cs typeface="Helvetica Neue"/>
              </a:defRPr>
            </a:lvl2pPr>
            <a:lvl3pPr algn="l">
              <a:buNone/>
              <a:defRPr sz="1800">
                <a:latin typeface="Helvetica Neue"/>
                <a:cs typeface="Helvetica Neue"/>
              </a:defRPr>
            </a:lvl3pPr>
            <a:lvl4pPr algn="l">
              <a:buNone/>
              <a:defRPr sz="1800">
                <a:latin typeface="Helvetica Neue"/>
                <a:cs typeface="Helvetica Neue"/>
              </a:defRPr>
            </a:lvl4pPr>
            <a:lvl5pPr algn="l">
              <a:buNone/>
              <a:defRPr sz="1800">
                <a:latin typeface="Helvetica Neue"/>
                <a:cs typeface="Helvetica Neue"/>
              </a:defRPr>
            </a:lvl5pPr>
          </a:lstStyle>
          <a:p>
            <a:pPr lvl="0"/>
            <a:r>
              <a:rPr lang="en-AU" noProof="0" dirty="0"/>
              <a:t>Click to edit Master text styles</a:t>
            </a:r>
          </a:p>
          <a:p>
            <a:pPr lvl="0"/>
            <a:r>
              <a:rPr lang="en-AU" noProof="0" dirty="0"/>
              <a:t>Second level</a:t>
            </a:r>
          </a:p>
          <a:p>
            <a:pPr lvl="0"/>
            <a:r>
              <a:rPr lang="en-AU" noProof="0" dirty="0"/>
              <a:t>Third level</a:t>
            </a:r>
          </a:p>
          <a:p>
            <a:pPr lvl="0"/>
            <a:r>
              <a:rPr lang="en-AU" noProof="0" dirty="0"/>
              <a:t>Fourth level</a:t>
            </a:r>
          </a:p>
          <a:p>
            <a:pPr lvl="0"/>
            <a:r>
              <a:rPr lang="en-AU" noProof="0" dirty="0"/>
              <a:t>Fifth level</a:t>
            </a:r>
            <a:endParaRPr lang="en-US" noProof="0" dirty="0"/>
          </a:p>
        </p:txBody>
      </p:sp>
    </p:spTree>
    <p:extLst>
      <p:ext uri="{BB962C8B-B14F-4D97-AF65-F5344CB8AC3E}">
        <p14:creationId xmlns:p14="http://schemas.microsoft.com/office/powerpoint/2010/main" val="31117241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738188" y="414338"/>
            <a:ext cx="13282612" cy="17208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143378" tIns="71689" rIns="143378" bIns="71689" numCol="1" anchor="ctr" anchorCtr="0" compatLnSpc="1">
            <a:prstTxWarp prst="textNoShape">
              <a:avLst/>
            </a:prstTxWarp>
          </a:bodyPr>
          <a:lstStyle/>
          <a:p>
            <a:pPr lvl="0"/>
            <a:r>
              <a:rPr lang="en-AU"/>
              <a:t>Click to edit Master title style</a:t>
            </a:r>
            <a:endParaRPr lang="en-US"/>
          </a:p>
        </p:txBody>
      </p:sp>
      <p:sp>
        <p:nvSpPr>
          <p:cNvPr id="1027" name="Text Placeholder 2"/>
          <p:cNvSpPr>
            <a:spLocks noGrp="1"/>
          </p:cNvSpPr>
          <p:nvPr>
            <p:ph type="body" idx="1"/>
          </p:nvPr>
        </p:nvSpPr>
        <p:spPr bwMode="auto">
          <a:xfrm>
            <a:off x="738188" y="2411413"/>
            <a:ext cx="13282612" cy="68183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143378" tIns="71689" rIns="143378" bIns="71689" numCol="1" anchor="t" anchorCtr="0" compatLnSpc="1">
            <a:prstTxWarp prst="textNoShape">
              <a:avLst/>
            </a:prstTxWarp>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2"/>
          </p:nvPr>
        </p:nvSpPr>
        <p:spPr>
          <a:xfrm>
            <a:off x="738188" y="9577388"/>
            <a:ext cx="3443287" cy="549275"/>
          </a:xfrm>
          <a:prstGeom prst="rect">
            <a:avLst/>
          </a:prstGeom>
        </p:spPr>
        <p:txBody>
          <a:bodyPr vert="horz" wrap="square" lIns="143378" tIns="71689" rIns="143378" bIns="71689" numCol="1" anchor="ctr" anchorCtr="0" compatLnSpc="1">
            <a:prstTxWarp prst="textNoShape">
              <a:avLst/>
            </a:prstTxWarp>
          </a:bodyPr>
          <a:lstStyle>
            <a:lvl1pPr>
              <a:defRPr sz="1900" smtClean="0">
                <a:solidFill>
                  <a:srgbClr val="898989"/>
                </a:solidFill>
                <a:latin typeface="Calibri" charset="0"/>
              </a:defRPr>
            </a:lvl1pPr>
          </a:lstStyle>
          <a:p>
            <a:pPr>
              <a:defRPr/>
            </a:pPr>
            <a:fld id="{7D7629C7-CFF9-459C-9750-3C329516BF3C}" type="datetime1">
              <a:rPr lang="en-US"/>
              <a:pPr>
                <a:defRPr/>
              </a:pPr>
              <a:t>5/25/2026</a:t>
            </a:fld>
            <a:endParaRPr lang="en-US"/>
          </a:p>
        </p:txBody>
      </p:sp>
      <p:sp>
        <p:nvSpPr>
          <p:cNvPr id="5" name="Footer Placeholder 4"/>
          <p:cNvSpPr>
            <a:spLocks noGrp="1"/>
          </p:cNvSpPr>
          <p:nvPr>
            <p:ph type="ftr" sz="quarter" idx="3"/>
          </p:nvPr>
        </p:nvSpPr>
        <p:spPr>
          <a:xfrm>
            <a:off x="5041900" y="9577388"/>
            <a:ext cx="4675188" cy="549275"/>
          </a:xfrm>
          <a:prstGeom prst="rect">
            <a:avLst/>
          </a:prstGeom>
        </p:spPr>
        <p:txBody>
          <a:bodyPr vert="horz" lIns="143378" tIns="71689" rIns="143378" bIns="71689" rtlCol="0" anchor="ctr"/>
          <a:lstStyle>
            <a:lvl1pPr algn="ctr" defTabSz="716890" fontAlgn="auto">
              <a:spcBef>
                <a:spcPts val="0"/>
              </a:spcBef>
              <a:spcAft>
                <a:spcPts val="0"/>
              </a:spcAft>
              <a:defRPr sz="1900">
                <a:solidFill>
                  <a:schemeClr val="tx1">
                    <a:tint val="75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10577513" y="9577388"/>
            <a:ext cx="3443287" cy="549275"/>
          </a:xfrm>
          <a:prstGeom prst="rect">
            <a:avLst/>
          </a:prstGeom>
        </p:spPr>
        <p:txBody>
          <a:bodyPr vert="horz" wrap="square" lIns="143378" tIns="71689" rIns="143378" bIns="71689" numCol="1" anchor="ctr" anchorCtr="0" compatLnSpc="1">
            <a:prstTxWarp prst="textNoShape">
              <a:avLst/>
            </a:prstTxWarp>
          </a:bodyPr>
          <a:lstStyle>
            <a:lvl1pPr algn="r">
              <a:defRPr sz="1900" smtClean="0">
                <a:solidFill>
                  <a:srgbClr val="898989"/>
                </a:solidFill>
                <a:latin typeface="Calibri" charset="0"/>
              </a:defRPr>
            </a:lvl1pPr>
          </a:lstStyle>
          <a:p>
            <a:pPr>
              <a:defRPr/>
            </a:pPr>
            <a:fld id="{89B52F6F-59E5-4E8F-A507-C71A1C05D50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Lst>
  <p:txStyles>
    <p:titleStyle>
      <a:lvl1pPr algn="ctr" defTabSz="715963" rtl="0" eaLnBrk="0" fontAlgn="base" hangingPunct="0">
        <a:spcBef>
          <a:spcPct val="0"/>
        </a:spcBef>
        <a:spcAft>
          <a:spcPct val="0"/>
        </a:spcAft>
        <a:defRPr sz="6900" kern="1200">
          <a:solidFill>
            <a:schemeClr val="tx1"/>
          </a:solidFill>
          <a:latin typeface="Didot"/>
          <a:ea typeface="Geneva" charset="-128"/>
          <a:cs typeface="Didot"/>
        </a:defRPr>
      </a:lvl1pPr>
      <a:lvl2pPr algn="ctr" defTabSz="715963" rtl="0" eaLnBrk="0" fontAlgn="base" hangingPunct="0">
        <a:spcBef>
          <a:spcPct val="0"/>
        </a:spcBef>
        <a:spcAft>
          <a:spcPct val="0"/>
        </a:spcAft>
        <a:defRPr sz="6900">
          <a:solidFill>
            <a:schemeClr val="tx1"/>
          </a:solidFill>
          <a:latin typeface="Didot" charset="0"/>
          <a:ea typeface="Geneva" charset="-128"/>
          <a:cs typeface="Didot" charset="0"/>
        </a:defRPr>
      </a:lvl2pPr>
      <a:lvl3pPr algn="ctr" defTabSz="715963" rtl="0" eaLnBrk="0" fontAlgn="base" hangingPunct="0">
        <a:spcBef>
          <a:spcPct val="0"/>
        </a:spcBef>
        <a:spcAft>
          <a:spcPct val="0"/>
        </a:spcAft>
        <a:defRPr sz="6900">
          <a:solidFill>
            <a:schemeClr val="tx1"/>
          </a:solidFill>
          <a:latin typeface="Didot" charset="0"/>
          <a:ea typeface="Geneva" charset="-128"/>
          <a:cs typeface="Didot" charset="0"/>
        </a:defRPr>
      </a:lvl3pPr>
      <a:lvl4pPr algn="ctr" defTabSz="715963" rtl="0" eaLnBrk="0" fontAlgn="base" hangingPunct="0">
        <a:spcBef>
          <a:spcPct val="0"/>
        </a:spcBef>
        <a:spcAft>
          <a:spcPct val="0"/>
        </a:spcAft>
        <a:defRPr sz="6900">
          <a:solidFill>
            <a:schemeClr val="tx1"/>
          </a:solidFill>
          <a:latin typeface="Didot" charset="0"/>
          <a:ea typeface="Geneva" charset="-128"/>
          <a:cs typeface="Didot" charset="0"/>
        </a:defRPr>
      </a:lvl4pPr>
      <a:lvl5pPr algn="ctr" defTabSz="715963" rtl="0" eaLnBrk="0" fontAlgn="base" hangingPunct="0">
        <a:spcBef>
          <a:spcPct val="0"/>
        </a:spcBef>
        <a:spcAft>
          <a:spcPct val="0"/>
        </a:spcAft>
        <a:defRPr sz="6900">
          <a:solidFill>
            <a:schemeClr val="tx1"/>
          </a:solidFill>
          <a:latin typeface="Didot" charset="0"/>
          <a:ea typeface="Geneva" charset="-128"/>
          <a:cs typeface="Didot" charset="0"/>
        </a:defRPr>
      </a:lvl5pPr>
      <a:lvl6pPr marL="457200" algn="ctr" defTabSz="715963" rtl="0" fontAlgn="base">
        <a:spcBef>
          <a:spcPct val="0"/>
        </a:spcBef>
        <a:spcAft>
          <a:spcPct val="0"/>
        </a:spcAft>
        <a:defRPr sz="6900">
          <a:solidFill>
            <a:schemeClr val="tx1"/>
          </a:solidFill>
          <a:latin typeface="Calibri" charset="0"/>
          <a:ea typeface="Geneva" charset="-128"/>
          <a:cs typeface="Geneva" charset="-128"/>
        </a:defRPr>
      </a:lvl6pPr>
      <a:lvl7pPr marL="914400" algn="ctr" defTabSz="715963" rtl="0" fontAlgn="base">
        <a:spcBef>
          <a:spcPct val="0"/>
        </a:spcBef>
        <a:spcAft>
          <a:spcPct val="0"/>
        </a:spcAft>
        <a:defRPr sz="6900">
          <a:solidFill>
            <a:schemeClr val="tx1"/>
          </a:solidFill>
          <a:latin typeface="Calibri" charset="0"/>
          <a:ea typeface="Geneva" charset="-128"/>
          <a:cs typeface="Geneva" charset="-128"/>
        </a:defRPr>
      </a:lvl7pPr>
      <a:lvl8pPr marL="1371600" algn="ctr" defTabSz="715963" rtl="0" fontAlgn="base">
        <a:spcBef>
          <a:spcPct val="0"/>
        </a:spcBef>
        <a:spcAft>
          <a:spcPct val="0"/>
        </a:spcAft>
        <a:defRPr sz="6900">
          <a:solidFill>
            <a:schemeClr val="tx1"/>
          </a:solidFill>
          <a:latin typeface="Calibri" charset="0"/>
          <a:ea typeface="Geneva" charset="-128"/>
          <a:cs typeface="Geneva" charset="-128"/>
        </a:defRPr>
      </a:lvl8pPr>
      <a:lvl9pPr marL="1828800" algn="ctr" defTabSz="715963" rtl="0" fontAlgn="base">
        <a:spcBef>
          <a:spcPct val="0"/>
        </a:spcBef>
        <a:spcAft>
          <a:spcPct val="0"/>
        </a:spcAft>
        <a:defRPr sz="6900">
          <a:solidFill>
            <a:schemeClr val="tx1"/>
          </a:solidFill>
          <a:latin typeface="Calibri" charset="0"/>
          <a:ea typeface="Geneva" charset="-128"/>
          <a:cs typeface="Geneva" charset="-128"/>
        </a:defRPr>
      </a:lvl9pPr>
    </p:titleStyle>
    <p:bodyStyle>
      <a:lvl1pPr marL="536575" indent="-536575" algn="l" defTabSz="715963" rtl="0" eaLnBrk="0" fontAlgn="base" hangingPunct="0">
        <a:spcBef>
          <a:spcPct val="20000"/>
        </a:spcBef>
        <a:spcAft>
          <a:spcPct val="0"/>
        </a:spcAft>
        <a:buFont typeface="Arial" charset="0"/>
        <a:buChar char="•"/>
        <a:defRPr sz="5000" kern="1200">
          <a:solidFill>
            <a:schemeClr val="tx1"/>
          </a:solidFill>
          <a:latin typeface="Helvetica Neue"/>
          <a:ea typeface="Geneva" charset="-128"/>
          <a:cs typeface="Helvetica Neue"/>
        </a:defRPr>
      </a:lvl1pPr>
      <a:lvl2pPr marL="1163638" indent="-447675" algn="l" defTabSz="715963" rtl="0" eaLnBrk="0" fontAlgn="base" hangingPunct="0">
        <a:spcBef>
          <a:spcPct val="20000"/>
        </a:spcBef>
        <a:spcAft>
          <a:spcPct val="0"/>
        </a:spcAft>
        <a:buFont typeface="Arial" charset="0"/>
        <a:buChar char="•"/>
        <a:defRPr sz="4400" kern="1200">
          <a:solidFill>
            <a:schemeClr val="tx1"/>
          </a:solidFill>
          <a:latin typeface="Helvetica Neue"/>
          <a:ea typeface="Geneva" charset="-128"/>
          <a:cs typeface="Helvetica Neue"/>
        </a:defRPr>
      </a:lvl2pPr>
      <a:lvl3pPr marL="1790700" indent="-357188" algn="l" defTabSz="715963" rtl="0" eaLnBrk="0" fontAlgn="base" hangingPunct="0">
        <a:spcBef>
          <a:spcPct val="20000"/>
        </a:spcBef>
        <a:spcAft>
          <a:spcPct val="0"/>
        </a:spcAft>
        <a:buFont typeface="Arial" charset="0"/>
        <a:buChar char="•"/>
        <a:defRPr sz="3800" kern="1200">
          <a:solidFill>
            <a:schemeClr val="tx1"/>
          </a:solidFill>
          <a:latin typeface="Helvetica Neue"/>
          <a:ea typeface="Geneva" charset="-128"/>
          <a:cs typeface="Helvetica Neue"/>
        </a:defRPr>
      </a:lvl3pPr>
      <a:lvl4pPr marL="2508250" indent="-357188" algn="l" defTabSz="715963" rtl="0" eaLnBrk="0" fontAlgn="base" hangingPunct="0">
        <a:spcBef>
          <a:spcPct val="20000"/>
        </a:spcBef>
        <a:spcAft>
          <a:spcPct val="0"/>
        </a:spcAft>
        <a:buFont typeface="Arial" charset="0"/>
        <a:buChar char="•"/>
        <a:defRPr sz="3100" kern="1200">
          <a:solidFill>
            <a:schemeClr val="tx1"/>
          </a:solidFill>
          <a:latin typeface="Helvetica Neue"/>
          <a:ea typeface="Geneva" charset="-128"/>
          <a:cs typeface="Helvetica Neue"/>
        </a:defRPr>
      </a:lvl4pPr>
      <a:lvl5pPr marL="3225800" indent="-357188" algn="l" defTabSz="715963" rtl="0" eaLnBrk="0" fontAlgn="base" hangingPunct="0">
        <a:spcBef>
          <a:spcPct val="20000"/>
        </a:spcBef>
        <a:spcAft>
          <a:spcPct val="0"/>
        </a:spcAft>
        <a:buFont typeface="Arial" charset="0"/>
        <a:buChar char="•"/>
        <a:defRPr sz="3100" kern="1200">
          <a:solidFill>
            <a:schemeClr val="tx1"/>
          </a:solidFill>
          <a:latin typeface="Helvetica Neue"/>
          <a:ea typeface="Geneva" charset="-128"/>
          <a:cs typeface="Helvetica Neue"/>
        </a:defRPr>
      </a:lvl5pPr>
      <a:lvl6pPr marL="3942893" indent="-358445" algn="l" defTabSz="716890" rtl="0" eaLnBrk="1" latinLnBrk="0" hangingPunct="1">
        <a:spcBef>
          <a:spcPct val="20000"/>
        </a:spcBef>
        <a:buFont typeface="Arial"/>
        <a:buChar char="•"/>
        <a:defRPr sz="3100" kern="1200">
          <a:solidFill>
            <a:schemeClr val="tx1"/>
          </a:solidFill>
          <a:latin typeface="+mn-lt"/>
          <a:ea typeface="+mn-ea"/>
          <a:cs typeface="+mn-cs"/>
        </a:defRPr>
      </a:lvl6pPr>
      <a:lvl7pPr marL="4659782" indent="-358445" algn="l" defTabSz="716890" rtl="0" eaLnBrk="1" latinLnBrk="0" hangingPunct="1">
        <a:spcBef>
          <a:spcPct val="20000"/>
        </a:spcBef>
        <a:buFont typeface="Arial"/>
        <a:buChar char="•"/>
        <a:defRPr sz="3100" kern="1200">
          <a:solidFill>
            <a:schemeClr val="tx1"/>
          </a:solidFill>
          <a:latin typeface="+mn-lt"/>
          <a:ea typeface="+mn-ea"/>
          <a:cs typeface="+mn-cs"/>
        </a:defRPr>
      </a:lvl7pPr>
      <a:lvl8pPr marL="5376672" indent="-358445" algn="l" defTabSz="716890" rtl="0" eaLnBrk="1" latinLnBrk="0" hangingPunct="1">
        <a:spcBef>
          <a:spcPct val="20000"/>
        </a:spcBef>
        <a:buFont typeface="Arial"/>
        <a:buChar char="•"/>
        <a:defRPr sz="3100" kern="1200">
          <a:solidFill>
            <a:schemeClr val="tx1"/>
          </a:solidFill>
          <a:latin typeface="+mn-lt"/>
          <a:ea typeface="+mn-ea"/>
          <a:cs typeface="+mn-cs"/>
        </a:defRPr>
      </a:lvl8pPr>
      <a:lvl9pPr marL="6093562" indent="-358445" algn="l" defTabSz="716890" rtl="0" eaLnBrk="1" latinLnBrk="0" hangingPunct="1">
        <a:spcBef>
          <a:spcPct val="20000"/>
        </a:spcBef>
        <a:buFont typeface="Arial"/>
        <a:buChar char="•"/>
        <a:defRPr sz="3100" kern="1200">
          <a:solidFill>
            <a:schemeClr val="tx1"/>
          </a:solidFill>
          <a:latin typeface="+mn-lt"/>
          <a:ea typeface="+mn-ea"/>
          <a:cs typeface="+mn-cs"/>
        </a:defRPr>
      </a:lvl9pPr>
    </p:bodyStyle>
    <p:otherStyle>
      <a:defPPr>
        <a:defRPr lang="en-US"/>
      </a:defPPr>
      <a:lvl1pPr marL="0" algn="l" defTabSz="716890" rtl="0" eaLnBrk="1" latinLnBrk="0" hangingPunct="1">
        <a:defRPr sz="2800" kern="1200">
          <a:solidFill>
            <a:schemeClr val="tx1"/>
          </a:solidFill>
          <a:latin typeface="+mn-lt"/>
          <a:ea typeface="+mn-ea"/>
          <a:cs typeface="+mn-cs"/>
        </a:defRPr>
      </a:lvl1pPr>
      <a:lvl2pPr marL="716890" algn="l" defTabSz="716890" rtl="0" eaLnBrk="1" latinLnBrk="0" hangingPunct="1">
        <a:defRPr sz="2800" kern="1200">
          <a:solidFill>
            <a:schemeClr val="tx1"/>
          </a:solidFill>
          <a:latin typeface="+mn-lt"/>
          <a:ea typeface="+mn-ea"/>
          <a:cs typeface="+mn-cs"/>
        </a:defRPr>
      </a:lvl2pPr>
      <a:lvl3pPr marL="1433779" algn="l" defTabSz="716890" rtl="0" eaLnBrk="1" latinLnBrk="0" hangingPunct="1">
        <a:defRPr sz="2800" kern="1200">
          <a:solidFill>
            <a:schemeClr val="tx1"/>
          </a:solidFill>
          <a:latin typeface="+mn-lt"/>
          <a:ea typeface="+mn-ea"/>
          <a:cs typeface="+mn-cs"/>
        </a:defRPr>
      </a:lvl3pPr>
      <a:lvl4pPr marL="2150669" algn="l" defTabSz="716890" rtl="0" eaLnBrk="1" latinLnBrk="0" hangingPunct="1">
        <a:defRPr sz="2800" kern="1200">
          <a:solidFill>
            <a:schemeClr val="tx1"/>
          </a:solidFill>
          <a:latin typeface="+mn-lt"/>
          <a:ea typeface="+mn-ea"/>
          <a:cs typeface="+mn-cs"/>
        </a:defRPr>
      </a:lvl4pPr>
      <a:lvl5pPr marL="2867558" algn="l" defTabSz="716890" rtl="0" eaLnBrk="1" latinLnBrk="0" hangingPunct="1">
        <a:defRPr sz="2800" kern="1200">
          <a:solidFill>
            <a:schemeClr val="tx1"/>
          </a:solidFill>
          <a:latin typeface="+mn-lt"/>
          <a:ea typeface="+mn-ea"/>
          <a:cs typeface="+mn-cs"/>
        </a:defRPr>
      </a:lvl5pPr>
      <a:lvl6pPr marL="3584448" algn="l" defTabSz="716890" rtl="0" eaLnBrk="1" latinLnBrk="0" hangingPunct="1">
        <a:defRPr sz="2800" kern="1200">
          <a:solidFill>
            <a:schemeClr val="tx1"/>
          </a:solidFill>
          <a:latin typeface="+mn-lt"/>
          <a:ea typeface="+mn-ea"/>
          <a:cs typeface="+mn-cs"/>
        </a:defRPr>
      </a:lvl6pPr>
      <a:lvl7pPr marL="4301338" algn="l" defTabSz="716890" rtl="0" eaLnBrk="1" latinLnBrk="0" hangingPunct="1">
        <a:defRPr sz="2800" kern="1200">
          <a:solidFill>
            <a:schemeClr val="tx1"/>
          </a:solidFill>
          <a:latin typeface="+mn-lt"/>
          <a:ea typeface="+mn-ea"/>
          <a:cs typeface="+mn-cs"/>
        </a:defRPr>
      </a:lvl7pPr>
      <a:lvl8pPr marL="5018227" algn="l" defTabSz="716890" rtl="0" eaLnBrk="1" latinLnBrk="0" hangingPunct="1">
        <a:defRPr sz="2800" kern="1200">
          <a:solidFill>
            <a:schemeClr val="tx1"/>
          </a:solidFill>
          <a:latin typeface="+mn-lt"/>
          <a:ea typeface="+mn-ea"/>
          <a:cs typeface="+mn-cs"/>
        </a:defRPr>
      </a:lvl8pPr>
      <a:lvl9pPr marL="5735117" algn="l" defTabSz="71689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The image depicts a nighttime star chart with two planets, one orbiting another, and a distant star.&#10;&#10;AI-generated content may be incorrect.">
            <a:extLst>
              <a:ext uri="{FF2B5EF4-FFF2-40B4-BE49-F238E27FC236}">
                <a16:creationId xmlns:a16="http://schemas.microsoft.com/office/drawing/2014/main" id="{42AE917A-86DF-4743-F6DD-848631ABB240}"/>
              </a:ext>
            </a:extLst>
          </p:cNvPr>
          <p:cNvPicPr>
            <a:picLocks noChangeAspect="1"/>
          </p:cNvPicPr>
          <p:nvPr/>
        </p:nvPicPr>
        <p:blipFill>
          <a:blip r:embed="rId3">
            <a:alphaModFix amt="15000"/>
          </a:blip>
          <a:srcRect l="606" t="660" r="1908" b="1412"/>
          <a:stretch>
            <a:fillRect/>
          </a:stretch>
        </p:blipFill>
        <p:spPr>
          <a:xfrm>
            <a:off x="-28575" y="1114425"/>
            <a:ext cx="14790738" cy="9025255"/>
          </a:xfrm>
          <a:prstGeom prst="rect">
            <a:avLst/>
          </a:prstGeom>
        </p:spPr>
      </p:pic>
      <p:sp>
        <p:nvSpPr>
          <p:cNvPr id="3074" name="Content Placeholder 1"/>
          <p:cNvSpPr>
            <a:spLocks noGrp="1"/>
          </p:cNvSpPr>
          <p:nvPr>
            <p:ph idx="1"/>
          </p:nvPr>
        </p:nvSpPr>
        <p:spPr>
          <a:xfrm>
            <a:off x="112713" y="1270000"/>
            <a:ext cx="3498850" cy="8869680"/>
          </a:xfrm>
          <a:ln/>
        </p:spPr>
        <p:txBody>
          <a:bodyPr/>
          <a:lstStyle/>
          <a:p>
            <a:r>
              <a:rPr lang="en-US" sz="1800" dirty="0">
                <a:latin typeface="Bodoni MT" charset="0"/>
                <a:cs typeface="Helvetica Neue" charset="0"/>
              </a:rPr>
              <a:t>INTRODUCTION</a:t>
            </a:r>
          </a:p>
          <a:p>
            <a:r>
              <a:rPr lang="en-AU" b="1" dirty="0"/>
              <a:t>Real-Time ADS-B Aircraft Surveillance and Collision Detection System</a:t>
            </a:r>
            <a:endParaRPr lang="en-US" b="1" dirty="0">
              <a:latin typeface="Helvetica Neue" charset="0"/>
              <a:cs typeface="Helvetica Neue" charset="0"/>
            </a:endParaRPr>
          </a:p>
          <a:p>
            <a:r>
              <a:rPr lang="en-AU" sz="1200" dirty="0"/>
              <a:t>Small UAV operators flying in uncontrolled airspace have no cheap way to know if a manned aircraft is on a collision course with them. Standard ADS-B receivers show surrounding traffic but have no way to factor in the drone's own position, so conflict detection isn't possible.</a:t>
            </a:r>
          </a:p>
          <a:p>
            <a:r>
              <a:rPr lang="en-AU" sz="1200" dirty="0"/>
              <a:t>Our system solves this by combining live ADS-B traffic with a BLE-transmitting simulated drone on a single conflict predictor. Built from an SDR, two nRF52840 boards and a piezo buzzer, it gives a solo operator real-time collision awareness at a fraction of the cost of existing solutions.</a:t>
            </a:r>
          </a:p>
          <a:p>
            <a:endParaRPr lang="en-AU" sz="1200" dirty="0"/>
          </a:p>
          <a:p>
            <a:r>
              <a:rPr lang="en-US" sz="1800" dirty="0">
                <a:latin typeface="Bodoni MT" charset="0"/>
                <a:cs typeface="Helvetica Neue" charset="0"/>
              </a:rPr>
              <a:t>SYSTEM OVERVIEW</a:t>
            </a:r>
            <a:endParaRPr lang="en-US" sz="1800" b="1" dirty="0">
              <a:latin typeface="Bodoni MT" charset="0"/>
              <a:cs typeface="Helvetica Neue" charset="0"/>
            </a:endParaRPr>
          </a:p>
          <a:p>
            <a:r>
              <a:rPr lang="en-US" b="1" dirty="0">
                <a:latin typeface="Helvetica Neue" charset="0"/>
                <a:cs typeface="Helvetica Neue" charset="0"/>
              </a:rPr>
              <a:t>Input</a:t>
            </a:r>
          </a:p>
          <a:p>
            <a:r>
              <a:rPr lang="en-AU" sz="1200" dirty="0"/>
              <a:t>SDR on Host PC receives 1090MHz ADS-B broadcasts from real aircraft, decoded by Dump1090 and forwarded as JSON to the Traffic Controller Board via USB Aircraft Node transmits simulated UAV telemetry over BLE GATT at 5Hz to the Traffic Controller Board</a:t>
            </a:r>
            <a:endParaRPr lang="en-US" b="1" dirty="0">
              <a:latin typeface="Helvetica Neue" charset="0"/>
              <a:cs typeface="Helvetica Neue" charset="0"/>
            </a:endParaRPr>
          </a:p>
          <a:p>
            <a:r>
              <a:rPr lang="en-US" b="1" dirty="0">
                <a:latin typeface="Helvetica Neue" charset="0"/>
                <a:cs typeface="Helvetica Neue" charset="0"/>
              </a:rPr>
              <a:t>Process</a:t>
            </a:r>
          </a:p>
          <a:p>
            <a:r>
              <a:rPr lang="en-AU" sz="1200" dirty="0"/>
              <a:t>Traffic Controller Board fuses both ADS-B and BLE feeds into a unified Aircraft Database Kalman filter smooths noisy position data and estimates future positions of the aircraft. Collision predictor evaluates all pairwise aircraft conflicts and calculates time-to-closest-approach</a:t>
            </a:r>
            <a:endParaRPr lang="en-US" b="1" dirty="0">
              <a:latin typeface="Helvetica Neue" charset="0"/>
              <a:cs typeface="Helvetica Neue" charset="0"/>
            </a:endParaRPr>
          </a:p>
          <a:p>
            <a:r>
              <a:rPr lang="en-US" b="1" dirty="0">
                <a:latin typeface="Helvetica Neue" charset="0"/>
                <a:cs typeface="Helvetica Neue" charset="0"/>
              </a:rPr>
              <a:t>Output</a:t>
            </a:r>
          </a:p>
          <a:p>
            <a:r>
              <a:rPr lang="en-AU" sz="1200" dirty="0"/>
              <a:t>Piezo buzzer triggers audible alert on collision detection BLE collision packet sent back to aircraft node Flight Controller GUI displays live position, collision warnings and timestamped event log Operational history published via MQTT to web dashboard</a:t>
            </a:r>
            <a:endParaRPr lang="en-US" sz="1200" dirty="0">
              <a:latin typeface="Helvetica Neue" charset="0"/>
              <a:cs typeface="Helvetica Neue" charset="0"/>
            </a:endParaRPr>
          </a:p>
        </p:txBody>
      </p:sp>
      <p:sp>
        <p:nvSpPr>
          <p:cNvPr id="3075" name="Title 2"/>
          <p:cNvSpPr>
            <a:spLocks noGrp="1"/>
          </p:cNvSpPr>
          <p:nvPr>
            <p:ph type="title"/>
          </p:nvPr>
        </p:nvSpPr>
        <p:spPr>
          <a:xfrm>
            <a:off x="449263" y="-25400"/>
            <a:ext cx="14312900" cy="698500"/>
          </a:xfrm>
        </p:spPr>
        <p:txBody>
          <a:bodyPr/>
          <a:lstStyle/>
          <a:p>
            <a:r>
              <a:rPr lang="en-US" cap="none" dirty="0">
                <a:latin typeface="Bodoni MT" charset="0"/>
                <a:cs typeface="Didot" charset="0"/>
              </a:rPr>
              <a:t>SKYWATCH</a:t>
            </a:r>
          </a:p>
        </p:txBody>
      </p:sp>
      <p:sp>
        <p:nvSpPr>
          <p:cNvPr id="3076" name="Subtitle 3"/>
          <p:cNvSpPr>
            <a:spLocks noGrp="1"/>
          </p:cNvSpPr>
          <p:nvPr>
            <p:ph type="subTitle" idx="10"/>
          </p:nvPr>
        </p:nvSpPr>
        <p:spPr>
          <a:xfrm>
            <a:off x="4403725" y="673100"/>
            <a:ext cx="10331450" cy="441325"/>
          </a:xfrm>
        </p:spPr>
        <p:txBody>
          <a:bodyPr/>
          <a:lstStyle/>
          <a:p>
            <a:pPr>
              <a:spcBef>
                <a:spcPct val="0"/>
              </a:spcBef>
            </a:pPr>
            <a:r>
              <a:rPr lang="en-US" dirty="0">
                <a:latin typeface="Helvetica Neue" charset="0"/>
                <a:cs typeface="Helvetica Neue" charset="0"/>
              </a:rPr>
              <a:t>William Wrenn and Blaise Delforce – Vermillion-Puck</a:t>
            </a:r>
          </a:p>
        </p:txBody>
      </p:sp>
      <p:sp>
        <p:nvSpPr>
          <p:cNvPr id="3077" name="Content Placeholder 7"/>
          <p:cNvSpPr>
            <a:spLocks noGrp="1"/>
          </p:cNvSpPr>
          <p:nvPr>
            <p:ph idx="11"/>
          </p:nvPr>
        </p:nvSpPr>
        <p:spPr>
          <a:xfrm>
            <a:off x="3789363" y="1270000"/>
            <a:ext cx="3500437" cy="8869680"/>
          </a:xfrm>
          <a:ln/>
        </p:spPr>
        <p:txBody>
          <a:bodyPr/>
          <a:lstStyle/>
          <a:p>
            <a:r>
              <a:rPr lang="en-US" sz="1800" dirty="0">
                <a:latin typeface="Bodoni MT" charset="0"/>
                <a:cs typeface="Helvetica Neue" charset="0"/>
              </a:rPr>
              <a:t>FINDINGS </a:t>
            </a:r>
            <a:endParaRPr lang="en-US" dirty="0">
              <a:latin typeface="Helvetica Neue" charset="0"/>
              <a:cs typeface="Helvetica Neue" charset="0"/>
            </a:endParaRPr>
          </a:p>
          <a:p>
            <a:r>
              <a:rPr lang="en-US" b="1" dirty="0">
                <a:latin typeface="Helvetica Neue" charset="0"/>
                <a:cs typeface="Helvetica Neue" charset="0"/>
              </a:rPr>
              <a:t>BLE Communication</a:t>
            </a:r>
          </a:p>
          <a:p>
            <a:pPr marL="171450" indent="-171450">
              <a:buFont typeface="Arial" panose="020B0604020202020204" pitchFamily="34" charset="0"/>
              <a:buChar char="•"/>
            </a:pPr>
            <a:r>
              <a:rPr lang="en-US" sz="1200" dirty="0">
                <a:latin typeface="Helvetica Neue" charset="0"/>
                <a:cs typeface="Helvetica Neue" charset="0"/>
              </a:rPr>
              <a:t>Stable 5Hz GATT connection, MTU 257 bytes, 38 byte </a:t>
            </a:r>
            <a:r>
              <a:rPr lang="en-US" sz="1200" dirty="0" err="1">
                <a:latin typeface="Helvetica Neue" charset="0"/>
                <a:cs typeface="Helvetica Neue" charset="0"/>
              </a:rPr>
              <a:t>drame</a:t>
            </a:r>
            <a:r>
              <a:rPr lang="en-US" sz="1200" dirty="0">
                <a:latin typeface="Helvetica Neue" charset="0"/>
                <a:cs typeface="Helvetica Neue" charset="0"/>
              </a:rPr>
              <a:t>, and remained connected for over 20 mins</a:t>
            </a:r>
          </a:p>
          <a:p>
            <a:pPr marL="171450" indent="-171450">
              <a:buFont typeface="Arial" panose="020B0604020202020204" pitchFamily="34" charset="0"/>
              <a:buChar char="•"/>
            </a:pPr>
            <a:r>
              <a:rPr lang="en-US" sz="1200" dirty="0">
                <a:latin typeface="Helvetica Neue" charset="0"/>
                <a:cs typeface="Helvetica Neue" charset="0"/>
              </a:rPr>
              <a:t>Auto reconnect by a 2 second watchdog, with a connection LED.</a:t>
            </a:r>
            <a:endParaRPr lang="en-US" sz="1200" b="1" dirty="0">
              <a:latin typeface="Helvetica Neue" charset="0"/>
              <a:cs typeface="Helvetica Neue" charset="0"/>
            </a:endParaRPr>
          </a:p>
          <a:p>
            <a:r>
              <a:rPr lang="en-US" b="1" dirty="0">
                <a:latin typeface="Helvetica Neue" charset="0"/>
                <a:cs typeface="Helvetica Neue" charset="0"/>
              </a:rPr>
              <a:t>Collision Detection</a:t>
            </a:r>
          </a:p>
          <a:p>
            <a:pPr marL="171450" indent="-171450">
              <a:buFont typeface="Arial" panose="020B0604020202020204" pitchFamily="34" charset="0"/>
              <a:buChar char="•"/>
            </a:pPr>
            <a:r>
              <a:rPr lang="en-US" sz="1200" dirty="0">
                <a:latin typeface="Helvetica Neue" charset="0"/>
                <a:cs typeface="Helvetica Neue" charset="0"/>
              </a:rPr>
              <a:t>Kalman filter accuracy on smoothing noisy position data per aircraft</a:t>
            </a:r>
          </a:p>
          <a:p>
            <a:pPr marL="171450" indent="-171450">
              <a:buFont typeface="Arial" panose="020B0604020202020204" pitchFamily="34" charset="0"/>
              <a:buChar char="•"/>
            </a:pPr>
            <a:r>
              <a:rPr lang="en-AU" sz="1200" dirty="0"/>
              <a:t>TCA computed pairwise at 5Hz, flags WARNING &lt;500m / &lt;30s, ADVISORY &lt;1000m / &lt;60s </a:t>
            </a:r>
          </a:p>
          <a:p>
            <a:r>
              <a:rPr lang="en-US" b="1" dirty="0">
                <a:latin typeface="Helvetica Neue" charset="0"/>
                <a:cs typeface="Helvetica Neue" charset="0"/>
              </a:rPr>
              <a:t>Warning System</a:t>
            </a:r>
          </a:p>
          <a:p>
            <a:pPr marL="171450" indent="-171450">
              <a:buFont typeface="Arial" panose="020B0604020202020204" pitchFamily="34" charset="0"/>
              <a:buChar char="•"/>
            </a:pPr>
            <a:r>
              <a:rPr lang="en-AU" sz="1200" dirty="0"/>
              <a:t>BLE collision packet delivered in ~1–5ms (&lt;200ms spec), re-fired every 3s </a:t>
            </a:r>
          </a:p>
          <a:p>
            <a:pPr marL="171450" indent="-171450">
              <a:buFont typeface="Arial" panose="020B0604020202020204" pitchFamily="34" charset="0"/>
              <a:buChar char="•"/>
            </a:pPr>
            <a:r>
              <a:rPr lang="en-AU" sz="1200" dirty="0"/>
              <a:t>100% collision history logged via MQTT + </a:t>
            </a:r>
            <a:r>
              <a:rPr lang="en-AU" sz="1200" dirty="0" err="1"/>
              <a:t>InfluxDB</a:t>
            </a:r>
            <a:r>
              <a:rPr lang="en-AU" sz="1200" dirty="0"/>
              <a:t>, timestamps</a:t>
            </a:r>
          </a:p>
          <a:p>
            <a:r>
              <a:rPr lang="en-US" b="1" dirty="0">
                <a:latin typeface="Helvetica Neue" charset="0"/>
                <a:cs typeface="Helvetica Neue" charset="0"/>
              </a:rPr>
              <a:t>Flight Controller GUI</a:t>
            </a:r>
          </a:p>
          <a:p>
            <a:pPr marL="171450" indent="-171450">
              <a:buFont typeface="Arial" panose="020B0604020202020204" pitchFamily="34" charset="0"/>
              <a:buChar char="•"/>
            </a:pPr>
            <a:r>
              <a:rPr lang="en-AU" sz="1200" dirty="0"/>
              <a:t>Live GPS tracking on Brisbane map, 32 aircraft capacity, 2Hz (500ms) refresh</a:t>
            </a:r>
          </a:p>
          <a:p>
            <a:pPr marL="171450" indent="-171450">
              <a:buFont typeface="Arial" panose="020B0604020202020204" pitchFamily="34" charset="0"/>
              <a:buChar char="•"/>
            </a:pPr>
            <a:r>
              <a:rPr lang="en-AU" sz="1200" dirty="0"/>
              <a:t>Collision warning log displays ADVISORY / WARNING / CRASH events with timestamps</a:t>
            </a:r>
          </a:p>
          <a:p>
            <a:r>
              <a:rPr lang="en-US" b="1" dirty="0">
                <a:latin typeface="Helvetica Neue" charset="0"/>
                <a:cs typeface="Helvetica Neue" charset="0"/>
              </a:rPr>
              <a:t>System Integration</a:t>
            </a:r>
          </a:p>
          <a:p>
            <a:pPr marL="171450" indent="-171450">
              <a:buFont typeface="Arial" panose="020B0604020202020204" pitchFamily="34" charset="0"/>
              <a:buChar char="•"/>
            </a:pPr>
            <a:r>
              <a:rPr lang="en-AU" sz="1200" dirty="0"/>
              <a:t>ADS-B (115200 baud UART) and BLE feeds fused into single 32-entry aircraft DB, 10s stale evict </a:t>
            </a:r>
          </a:p>
          <a:p>
            <a:pPr marL="171450" indent="-171450">
              <a:buFont typeface="Arial" panose="020B0604020202020204" pitchFamily="34" charset="0"/>
              <a:buChar char="•"/>
            </a:pPr>
            <a:r>
              <a:rPr lang="en-AU" sz="1200" dirty="0"/>
              <a:t>Cooperative (ADS-B) and non-cooperative (BLE-sim) aircraft evaluated in same 5Hz conflict predictor </a:t>
            </a:r>
          </a:p>
          <a:p>
            <a:r>
              <a:rPr lang="en-US" b="1" dirty="0">
                <a:latin typeface="Helvetica Neue" charset="0"/>
                <a:cs typeface="Helvetica Neue" charset="0"/>
              </a:rPr>
              <a:t>SDR Input </a:t>
            </a:r>
          </a:p>
          <a:p>
            <a:pPr marL="171450" indent="-171450">
              <a:buFont typeface="Arial" panose="020B0604020202020204" pitchFamily="34" charset="0"/>
              <a:buChar char="•"/>
            </a:pPr>
            <a:r>
              <a:rPr lang="en-AU" sz="1200" dirty="0"/>
              <a:t>Dump1090 JSON parsed at 115200 baud</a:t>
            </a:r>
          </a:p>
          <a:p>
            <a:pPr marL="171450" indent="-171450">
              <a:buFont typeface="Arial" panose="020B0604020202020204" pitchFamily="34" charset="0"/>
              <a:buChar char="•"/>
            </a:pPr>
            <a:r>
              <a:rPr lang="en-AU" sz="1200" dirty="0"/>
              <a:t>32 aircraft max capacity with aircraft removed after 10 seconds of no contact.</a:t>
            </a:r>
          </a:p>
          <a:p>
            <a:r>
              <a:rPr lang="en-US" sz="1800" dirty="0">
                <a:latin typeface="Bodoni MT" charset="0"/>
                <a:cs typeface="Helvetica Neue" charset="0"/>
              </a:rPr>
              <a:t>REFERENCES</a:t>
            </a:r>
            <a:endParaRPr lang="en-US" dirty="0">
              <a:latin typeface="Helvetica Neue" charset="0"/>
              <a:cs typeface="Helvetica Neue" charset="0"/>
            </a:endParaRPr>
          </a:p>
          <a:p>
            <a:pPr marL="285750" indent="-285750">
              <a:buFont typeface="Arial" panose="020B0604020202020204" pitchFamily="34" charset="0"/>
              <a:buChar char="•"/>
            </a:pPr>
            <a:r>
              <a:rPr lang="en-AU" sz="1200" dirty="0"/>
              <a:t>FlightAware Dump1090 - github.com/</a:t>
            </a:r>
            <a:r>
              <a:rPr lang="en-AU" sz="1200" dirty="0" err="1"/>
              <a:t>flightaware</a:t>
            </a:r>
            <a:r>
              <a:rPr lang="en-AU" sz="1200" dirty="0"/>
              <a:t>/dump1090</a:t>
            </a:r>
          </a:p>
          <a:p>
            <a:pPr marL="285750" indent="-285750">
              <a:buFont typeface="Arial" panose="020B0604020202020204" pitchFamily="34" charset="0"/>
              <a:buChar char="•"/>
            </a:pPr>
            <a:r>
              <a:rPr lang="en-AU" sz="1200" dirty="0"/>
              <a:t>Zephyr RTOS Documentation - docs.zephyrproject.org</a:t>
            </a:r>
          </a:p>
          <a:p>
            <a:pPr marL="285750" indent="-285750">
              <a:buFont typeface="Arial" panose="020B0604020202020204" pitchFamily="34" charset="0"/>
              <a:buChar char="•"/>
            </a:pPr>
            <a:r>
              <a:rPr lang="en-AU" sz="1200" dirty="0"/>
              <a:t>Nordic Semiconductor nRF52840 Product Specification</a:t>
            </a:r>
            <a:endParaRPr lang="en-US" sz="1200" dirty="0">
              <a:latin typeface="Helvetica Neue" charset="0"/>
              <a:cs typeface="Helvetica Neue" charset="0"/>
            </a:endParaRPr>
          </a:p>
          <a:p>
            <a:endParaRPr lang="en-US" dirty="0">
              <a:latin typeface="Helvetica Neue" charset="0"/>
              <a:cs typeface="Helvetica Neue" charset="0"/>
            </a:endParaRPr>
          </a:p>
          <a:p>
            <a:endParaRPr lang="en-US" b="1" dirty="0">
              <a:latin typeface="Helvetica Neue" charset="0"/>
              <a:cs typeface="Helvetica Neue" charset="0"/>
            </a:endParaRPr>
          </a:p>
        </p:txBody>
      </p:sp>
      <p:sp>
        <p:nvSpPr>
          <p:cNvPr id="3078" name="Content Placeholder 8"/>
          <p:cNvSpPr>
            <a:spLocks noGrp="1"/>
          </p:cNvSpPr>
          <p:nvPr>
            <p:ph idx="12"/>
          </p:nvPr>
        </p:nvSpPr>
        <p:spPr>
          <a:xfrm>
            <a:off x="7466013" y="1270001"/>
            <a:ext cx="3299618" cy="6518024"/>
          </a:xfrm>
          <a:ln/>
        </p:spPr>
        <p:txBody>
          <a:bodyPr/>
          <a:lstStyle/>
          <a:p>
            <a:r>
              <a:rPr lang="en-US" sz="1800" dirty="0">
                <a:latin typeface="Bodoni MT" charset="0"/>
                <a:cs typeface="Helvetica Neue" charset="0"/>
              </a:rPr>
              <a:t>BLOCK DIAGRAM</a:t>
            </a:r>
            <a:endParaRPr lang="en-US" dirty="0">
              <a:latin typeface="Helvetica Neue" charset="0"/>
              <a:cs typeface="Helvetica Neue" charset="0"/>
            </a:endParaRPr>
          </a:p>
          <a:p>
            <a:r>
              <a:rPr lang="en-US" b="1" dirty="0">
                <a:latin typeface="Helvetica Neue" charset="0"/>
                <a:cs typeface="Helvetica Neue" charset="0"/>
              </a:rPr>
              <a:t>System Hardware</a:t>
            </a:r>
          </a:p>
          <a:p>
            <a:pPr marL="171450" indent="-171450">
              <a:buFont typeface="Arial" panose="020B0604020202020204" pitchFamily="34" charset="0"/>
              <a:buChar char="•"/>
            </a:pPr>
            <a:r>
              <a:rPr lang="en-AU" sz="1200" dirty="0"/>
              <a:t>Host PCs (</a:t>
            </a:r>
          </a:p>
          <a:p>
            <a:pPr marL="171450" indent="-171450">
              <a:buFont typeface="Arial" panose="020B0604020202020204" pitchFamily="34" charset="0"/>
              <a:buChar char="•"/>
            </a:pPr>
            <a:r>
              <a:rPr lang="en-AU" sz="1200" dirty="0">
                <a:solidFill>
                  <a:srgbClr val="7030A0"/>
                </a:solidFill>
              </a:rPr>
              <a:t>ADS-B Filter and RTLSDR/Stub Antennae</a:t>
            </a:r>
          </a:p>
          <a:p>
            <a:pPr marL="171450" indent="-171450">
              <a:buFont typeface="Arial" panose="020B0604020202020204" pitchFamily="34" charset="0"/>
              <a:buChar char="•"/>
            </a:pPr>
            <a:r>
              <a:rPr lang="en-AU" sz="1200" dirty="0"/>
              <a:t>nRF52840 boards (2) (</a:t>
            </a:r>
            <a:r>
              <a:rPr lang="en-AU" sz="1200" i="1" dirty="0">
                <a:solidFill>
                  <a:schemeClr val="accent6"/>
                </a:solidFill>
              </a:rPr>
              <a:t>Controller</a:t>
            </a:r>
            <a:r>
              <a:rPr lang="en-AU" sz="1200" i="1" dirty="0"/>
              <a:t> &amp; </a:t>
            </a:r>
            <a:r>
              <a:rPr lang="en-AU" sz="1200" i="1" dirty="0">
                <a:solidFill>
                  <a:schemeClr val="accent4"/>
                </a:solidFill>
              </a:rPr>
              <a:t>Sim</a:t>
            </a:r>
            <a:r>
              <a:rPr lang="en-AU" sz="1200" dirty="0"/>
              <a:t>)</a:t>
            </a:r>
            <a:endParaRPr lang="en-AU" sz="1600" dirty="0"/>
          </a:p>
          <a:p>
            <a:pPr marL="171450" indent="-171450">
              <a:buFont typeface="Arial" panose="020B0604020202020204" pitchFamily="34" charset="0"/>
              <a:buChar char="•"/>
            </a:pPr>
            <a:r>
              <a:rPr lang="en-AU" sz="1200" dirty="0"/>
              <a:t>Piezo buzzer</a:t>
            </a:r>
            <a:endParaRPr lang="en-AU" sz="1200" b="1" dirty="0">
              <a:latin typeface="Helvetica Neue" charset="0"/>
              <a:cs typeface="Helvetica Neue" charset="0"/>
            </a:endParaRPr>
          </a:p>
          <a:p>
            <a:r>
              <a:rPr lang="en-US" sz="1200" b="1" dirty="0">
                <a:latin typeface="Helvetica Neue" charset="0"/>
                <a:cs typeface="Helvetica Neue" charset="0"/>
              </a:rPr>
              <a:t>System </a:t>
            </a:r>
            <a:r>
              <a:rPr lang="en-US" sz="1200" b="1" dirty="0" err="1">
                <a:latin typeface="Helvetica Neue" charset="0"/>
                <a:cs typeface="Helvetica Neue" charset="0"/>
              </a:rPr>
              <a:t>Visualisation</a:t>
            </a:r>
            <a:r>
              <a:rPr lang="en-US" sz="1200" b="1" dirty="0">
                <a:latin typeface="Helvetica Neue" charset="0"/>
                <a:cs typeface="Helvetica Neue" charset="0"/>
              </a:rPr>
              <a:t> Software</a:t>
            </a:r>
          </a:p>
          <a:p>
            <a:pPr marL="171450" indent="-171450">
              <a:buFont typeface="Arial" panose="020B0604020202020204" pitchFamily="34" charset="0"/>
              <a:buChar char="•"/>
            </a:pPr>
            <a:r>
              <a:rPr lang="en-AU" sz="1200" dirty="0">
                <a:solidFill>
                  <a:srgbClr val="FF0000"/>
                </a:solidFill>
              </a:rPr>
              <a:t>Python Flight Sim GUI</a:t>
            </a:r>
          </a:p>
          <a:p>
            <a:pPr marL="171450" indent="-171450">
              <a:buFont typeface="Arial" panose="020B0604020202020204" pitchFamily="34" charset="0"/>
              <a:buChar char="•"/>
            </a:pPr>
            <a:r>
              <a:rPr lang="en-AU" sz="1200" dirty="0">
                <a:solidFill>
                  <a:srgbClr val="00B050"/>
                </a:solidFill>
              </a:rPr>
              <a:t>Python ATC GUI view</a:t>
            </a:r>
          </a:p>
          <a:p>
            <a:pPr marL="171450" indent="-171450">
              <a:buFont typeface="Arial" panose="020B0604020202020204" pitchFamily="34" charset="0"/>
              <a:buChar char="•"/>
            </a:pPr>
            <a:r>
              <a:rPr lang="en-AU" sz="1200" dirty="0">
                <a:solidFill>
                  <a:srgbClr val="FFC000"/>
                </a:solidFill>
              </a:rPr>
              <a:t>MQTT Web dashboard</a:t>
            </a:r>
          </a:p>
          <a:p>
            <a:pPr marL="171450" indent="-171450">
              <a:buFont typeface="Arial" panose="020B0604020202020204" pitchFamily="34" charset="0"/>
              <a:buChar char="•"/>
            </a:pPr>
            <a:r>
              <a:rPr lang="en-AU" sz="1200" b="1" dirty="0">
                <a:solidFill>
                  <a:srgbClr val="7030A0"/>
                </a:solidFill>
                <a:latin typeface="Helvetica Neue" charset="0"/>
                <a:cs typeface="Helvetica Neue" charset="0"/>
              </a:rPr>
              <a:t>Dump1090 Software</a:t>
            </a:r>
          </a:p>
          <a:p>
            <a:r>
              <a:rPr lang="en-US" b="1" dirty="0">
                <a:latin typeface="Helvetica Neue" charset="0"/>
                <a:cs typeface="Helvetica Neue" charset="0"/>
              </a:rPr>
              <a:t>System Networking</a:t>
            </a:r>
          </a:p>
          <a:p>
            <a:pPr marL="285750" indent="-285750">
              <a:buFont typeface="Arial" panose="020B0604020202020204" pitchFamily="34" charset="0"/>
              <a:buChar char="•"/>
            </a:pPr>
            <a:r>
              <a:rPr lang="en-US" sz="1200" dirty="0">
                <a:solidFill>
                  <a:schemeClr val="accent3">
                    <a:lumMod val="75000"/>
                  </a:schemeClr>
                </a:solidFill>
                <a:latin typeface="Helvetica Neue" charset="0"/>
                <a:cs typeface="Helvetica Neue" charset="0"/>
              </a:rPr>
              <a:t>USB-CDC ACM Serial (Node-PC)</a:t>
            </a:r>
          </a:p>
          <a:p>
            <a:pPr marL="285750" indent="-285750">
              <a:buFont typeface="Arial" panose="020B0604020202020204" pitchFamily="34" charset="0"/>
              <a:buChar char="•"/>
            </a:pPr>
            <a:r>
              <a:rPr lang="en-US" sz="1200" dirty="0">
                <a:solidFill>
                  <a:srgbClr val="FF0000"/>
                </a:solidFill>
                <a:latin typeface="Helvetica Neue" charset="0"/>
                <a:cs typeface="Helvetica Neue" charset="0"/>
              </a:rPr>
              <a:t>BLE GATT (Node-Node)</a:t>
            </a:r>
          </a:p>
          <a:p>
            <a:pPr marL="285750" indent="-285750">
              <a:buFont typeface="Arial" panose="020B0604020202020204" pitchFamily="34" charset="0"/>
              <a:buChar char="•"/>
            </a:pPr>
            <a:r>
              <a:rPr lang="en-US" sz="1200" dirty="0">
                <a:solidFill>
                  <a:schemeClr val="tx1">
                    <a:lumMod val="50000"/>
                    <a:lumOff val="50000"/>
                  </a:schemeClr>
                </a:solidFill>
                <a:latin typeface="Helvetica Neue" charset="0"/>
                <a:cs typeface="Helvetica Neue" charset="0"/>
              </a:rPr>
              <a:t>MQTT + </a:t>
            </a:r>
            <a:r>
              <a:rPr lang="en-US" sz="1200" b="1" dirty="0">
                <a:solidFill>
                  <a:schemeClr val="tx1">
                    <a:lumMod val="50000"/>
                    <a:lumOff val="50000"/>
                  </a:schemeClr>
                </a:solidFill>
                <a:latin typeface="Helvetica Neue" charset="0"/>
                <a:cs typeface="Helvetica Neue" charset="0"/>
              </a:rPr>
              <a:t>HTTPS</a:t>
            </a:r>
            <a:r>
              <a:rPr lang="en-US" sz="1200" dirty="0">
                <a:solidFill>
                  <a:schemeClr val="tx1">
                    <a:lumMod val="50000"/>
                    <a:lumOff val="50000"/>
                  </a:schemeClr>
                </a:solidFill>
                <a:latin typeface="Helvetica Neue" charset="0"/>
                <a:cs typeface="Helvetica Neue" charset="0"/>
              </a:rPr>
              <a:t> REST (Dashboard)</a:t>
            </a:r>
          </a:p>
          <a:p>
            <a:pPr marL="285750" indent="-285750">
              <a:buFont typeface="Arial" panose="020B0604020202020204" pitchFamily="34" charset="0"/>
              <a:buChar char="•"/>
            </a:pPr>
            <a:r>
              <a:rPr lang="en-US" sz="1200" dirty="0">
                <a:solidFill>
                  <a:schemeClr val="accent4">
                    <a:lumMod val="75000"/>
                  </a:schemeClr>
                </a:solidFill>
                <a:latin typeface="Helvetica Neue" charset="0"/>
                <a:cs typeface="Helvetica Neue" charset="0"/>
              </a:rPr>
              <a:t>Dump1090 HTTPS Polling</a:t>
            </a:r>
          </a:p>
          <a:p>
            <a:r>
              <a:rPr lang="en-US" b="1" dirty="0">
                <a:latin typeface="Helvetica Neue" charset="0"/>
                <a:cs typeface="Helvetica Neue" charset="0"/>
              </a:rPr>
              <a:t>System Algorithms</a:t>
            </a:r>
          </a:p>
          <a:p>
            <a:pPr marL="285750" indent="-285750">
              <a:buFont typeface="Arial" panose="020B0604020202020204" pitchFamily="34" charset="0"/>
              <a:buChar char="•"/>
            </a:pPr>
            <a:r>
              <a:rPr lang="en-US" sz="1200" dirty="0">
                <a:latin typeface="Helvetica Neue" charset="0"/>
                <a:cs typeface="Helvetica Neue" charset="0"/>
              </a:rPr>
              <a:t>Kalman </a:t>
            </a:r>
            <a:r>
              <a:rPr lang="en-US" sz="1200" dirty="0" err="1">
                <a:latin typeface="Helvetica Neue" charset="0"/>
                <a:cs typeface="Helvetica Neue" charset="0"/>
              </a:rPr>
              <a:t>Localisation</a:t>
            </a:r>
            <a:r>
              <a:rPr lang="en-US" sz="1200" dirty="0">
                <a:latin typeface="Helvetica Neue" charset="0"/>
                <a:cs typeface="Helvetica Neue" charset="0"/>
              </a:rPr>
              <a:t>/Tracking</a:t>
            </a:r>
          </a:p>
          <a:p>
            <a:pPr marL="285750" indent="-285750">
              <a:buFont typeface="Arial" panose="020B0604020202020204" pitchFamily="34" charset="0"/>
              <a:buChar char="•"/>
            </a:pPr>
            <a:r>
              <a:rPr lang="en-US" sz="1200" dirty="0">
                <a:latin typeface="Helvetica Neue" charset="0"/>
                <a:cs typeface="Helvetica Neue" charset="0"/>
              </a:rPr>
              <a:t>Sensor Data Fusion (BLE/SDR)</a:t>
            </a:r>
          </a:p>
          <a:p>
            <a:pPr marL="285750" indent="-285750">
              <a:buFont typeface="Arial" panose="020B0604020202020204" pitchFamily="34" charset="0"/>
              <a:buChar char="•"/>
            </a:pPr>
            <a:r>
              <a:rPr lang="en-US" sz="1200" dirty="0">
                <a:latin typeface="Helvetica Neue" charset="0"/>
                <a:cs typeface="Helvetica Neue" charset="0"/>
              </a:rPr>
              <a:t>IoT (MQTT/HTTPS REST)</a:t>
            </a:r>
          </a:p>
          <a:p>
            <a:pPr marL="285750" indent="-285750">
              <a:buFont typeface="Arial" panose="020B0604020202020204" pitchFamily="34" charset="0"/>
              <a:buChar char="•"/>
            </a:pPr>
            <a:r>
              <a:rPr lang="en-US" sz="1200" dirty="0">
                <a:latin typeface="Helvetica Neue" charset="0"/>
                <a:cs typeface="Helvetica Neue" charset="0"/>
              </a:rPr>
              <a:t>Geometric Collision Detection</a:t>
            </a:r>
          </a:p>
          <a:p>
            <a:r>
              <a:rPr lang="en-US" b="1" dirty="0">
                <a:latin typeface="Helvetica Neue" charset="0"/>
                <a:cs typeface="Helvetica Neue" charset="0"/>
              </a:rPr>
              <a:t>System Firmware:</a:t>
            </a:r>
          </a:p>
          <a:p>
            <a:pPr marL="285750" indent="-285750">
              <a:buFont typeface="Arial" panose="020B0604020202020204" pitchFamily="34" charset="0"/>
              <a:buChar char="•"/>
            </a:pPr>
            <a:r>
              <a:rPr lang="en-US" sz="1200" dirty="0">
                <a:latin typeface="Helvetica Neue" charset="0"/>
                <a:cs typeface="Helvetica Neue" charset="0"/>
              </a:rPr>
              <a:t>Kernel Mutex/Spinlock/threads for sharing and parallel computing</a:t>
            </a:r>
          </a:p>
          <a:p>
            <a:pPr marL="285750" indent="-285750">
              <a:buFont typeface="Arial" panose="020B0604020202020204" pitchFamily="34" charset="0"/>
              <a:buChar char="•"/>
            </a:pPr>
            <a:r>
              <a:rPr lang="en-US" sz="1200" dirty="0">
                <a:latin typeface="Helvetica Neue" charset="0"/>
                <a:cs typeface="Helvetica Neue" charset="0"/>
              </a:rPr>
              <a:t>BLE Host Stack</a:t>
            </a:r>
          </a:p>
          <a:p>
            <a:pPr marL="285750" indent="-285750">
              <a:buFont typeface="Arial" panose="020B0604020202020204" pitchFamily="34" charset="0"/>
              <a:buChar char="•"/>
            </a:pPr>
            <a:r>
              <a:rPr lang="en-US" sz="1200" dirty="0">
                <a:latin typeface="Helvetica Neue" charset="0"/>
                <a:cs typeface="Helvetica Neue" charset="0"/>
              </a:rPr>
              <a:t>Stack Overflow protection</a:t>
            </a:r>
          </a:p>
          <a:p>
            <a:pPr marL="285750" indent="-285750">
              <a:buFont typeface="Arial" panose="020B0604020202020204" pitchFamily="34" charset="0"/>
              <a:buChar char="•"/>
            </a:pPr>
            <a:r>
              <a:rPr lang="en-US" sz="1200" dirty="0">
                <a:latin typeface="Helvetica Neue" charset="0"/>
                <a:cs typeface="Helvetica Neue" charset="0"/>
              </a:rPr>
              <a:t>USB CDC ACM Dual Interface</a:t>
            </a:r>
          </a:p>
          <a:p>
            <a:pPr marL="285750" indent="-285750">
              <a:buFont typeface="Arial" panose="020B0604020202020204" pitchFamily="34" charset="0"/>
              <a:buChar char="•"/>
            </a:pPr>
            <a:r>
              <a:rPr lang="en-US" sz="1200" dirty="0">
                <a:latin typeface="Helvetica Neue" charset="0"/>
                <a:cs typeface="Helvetica Neue" charset="0"/>
              </a:rPr>
              <a:t>JSON Parsing</a:t>
            </a:r>
          </a:p>
          <a:p>
            <a:endParaRPr lang="en-US" b="1"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p:txBody>
      </p:sp>
      <p:sp>
        <p:nvSpPr>
          <p:cNvPr id="3079" name="Content Placeholder 9"/>
          <p:cNvSpPr>
            <a:spLocks noGrp="1"/>
          </p:cNvSpPr>
          <p:nvPr>
            <p:ph idx="13"/>
          </p:nvPr>
        </p:nvSpPr>
        <p:spPr>
          <a:xfrm>
            <a:off x="11142663" y="1270000"/>
            <a:ext cx="3500437" cy="7656513"/>
          </a:xfrm>
          <a:ln/>
        </p:spPr>
        <p:txBody>
          <a:bodyPr/>
          <a:lstStyle/>
          <a:p>
            <a:r>
              <a:rPr lang="en-US" dirty="0">
                <a:latin typeface="Helvetica Neue" charset="0"/>
                <a:cs typeface="Helvetica Neue" charset="0"/>
              </a:rPr>
              <a:t> </a:t>
            </a: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dirty="0">
              <a:latin typeface="Helvetica Neue" charset="0"/>
              <a:cs typeface="Helvetica Neue" charset="0"/>
            </a:endParaRPr>
          </a:p>
          <a:p>
            <a:endParaRPr lang="en-US" sz="1800" dirty="0">
              <a:latin typeface="Helvetica Neue" charset="0"/>
              <a:cs typeface="Helvetica Neue" charset="0"/>
            </a:endParaRPr>
          </a:p>
          <a:p>
            <a:endParaRPr lang="en-US" dirty="0">
              <a:latin typeface="Helvetica Neue" charset="0"/>
              <a:cs typeface="Helvetica Neue" charset="0"/>
            </a:endParaRPr>
          </a:p>
        </p:txBody>
      </p:sp>
      <p:pic>
        <p:nvPicPr>
          <p:cNvPr id="14" name="Picture 13" descr="SW&#10;&#10;AI-generated content may be incorrect.">
            <a:extLst>
              <a:ext uri="{FF2B5EF4-FFF2-40B4-BE49-F238E27FC236}">
                <a16:creationId xmlns:a16="http://schemas.microsoft.com/office/drawing/2014/main" id="{A980F6F2-E1AC-8D2F-500D-EB422D3CBC35}"/>
              </a:ext>
            </a:extLst>
          </p:cNvPr>
          <p:cNvPicPr>
            <a:picLocks noChangeAspect="1"/>
          </p:cNvPicPr>
          <p:nvPr/>
        </p:nvPicPr>
        <p:blipFill>
          <a:blip r:embed="rId4"/>
          <a:stretch>
            <a:fillRect/>
          </a:stretch>
        </p:blipFill>
        <p:spPr>
          <a:xfrm>
            <a:off x="23813" y="68727"/>
            <a:ext cx="1056690" cy="970680"/>
          </a:xfrm>
          <a:prstGeom prst="rect">
            <a:avLst/>
          </a:prstGeom>
        </p:spPr>
      </p:pic>
      <p:pic>
        <p:nvPicPr>
          <p:cNvPr id="8" name="Picture 7">
            <a:extLst>
              <a:ext uri="{FF2B5EF4-FFF2-40B4-BE49-F238E27FC236}">
                <a16:creationId xmlns:a16="http://schemas.microsoft.com/office/drawing/2014/main" id="{982037BC-2B71-7ACA-2330-06FC1741E96C}"/>
              </a:ext>
            </a:extLst>
          </p:cNvPr>
          <p:cNvPicPr>
            <a:picLocks noChangeAspect="1"/>
          </p:cNvPicPr>
          <p:nvPr/>
        </p:nvPicPr>
        <p:blipFill>
          <a:blip r:embed="rId5"/>
          <a:stretch>
            <a:fillRect/>
          </a:stretch>
        </p:blipFill>
        <p:spPr>
          <a:xfrm>
            <a:off x="10765631" y="3571540"/>
            <a:ext cx="3705224" cy="1983152"/>
          </a:xfrm>
          <a:prstGeom prst="rect">
            <a:avLst/>
          </a:prstGeom>
          <a:ln w="38100">
            <a:solidFill>
              <a:srgbClr val="00B050"/>
            </a:solidFill>
          </a:ln>
        </p:spPr>
      </p:pic>
      <p:pic>
        <p:nvPicPr>
          <p:cNvPr id="9" name="Picture 8">
            <a:extLst>
              <a:ext uri="{FF2B5EF4-FFF2-40B4-BE49-F238E27FC236}">
                <a16:creationId xmlns:a16="http://schemas.microsoft.com/office/drawing/2014/main" id="{152E7FE2-408E-F46E-196E-E9EDE5F71A2B}"/>
              </a:ext>
            </a:extLst>
          </p:cNvPr>
          <p:cNvPicPr>
            <a:picLocks noChangeAspect="1"/>
          </p:cNvPicPr>
          <p:nvPr/>
        </p:nvPicPr>
        <p:blipFill>
          <a:blip r:embed="rId6"/>
          <a:stretch>
            <a:fillRect/>
          </a:stretch>
        </p:blipFill>
        <p:spPr>
          <a:xfrm>
            <a:off x="7671084" y="7788025"/>
            <a:ext cx="6799771" cy="2072564"/>
          </a:xfrm>
          <a:prstGeom prst="rect">
            <a:avLst/>
          </a:prstGeom>
        </p:spPr>
      </p:pic>
      <p:sp>
        <p:nvSpPr>
          <p:cNvPr id="10" name="TextBox 9">
            <a:extLst>
              <a:ext uri="{FF2B5EF4-FFF2-40B4-BE49-F238E27FC236}">
                <a16:creationId xmlns:a16="http://schemas.microsoft.com/office/drawing/2014/main" id="{C09DCEEB-6E0B-A28B-587D-5CF139DFE960}"/>
              </a:ext>
            </a:extLst>
          </p:cNvPr>
          <p:cNvSpPr txBox="1"/>
          <p:nvPr/>
        </p:nvSpPr>
        <p:spPr>
          <a:xfrm>
            <a:off x="10765631" y="5756509"/>
            <a:ext cx="2375971" cy="2800767"/>
          </a:xfrm>
          <a:prstGeom prst="rect">
            <a:avLst/>
          </a:prstGeom>
          <a:noFill/>
        </p:spPr>
        <p:txBody>
          <a:bodyPr wrap="none" rtlCol="0">
            <a:spAutoFit/>
          </a:bodyPr>
          <a:lstStyle/>
          <a:p>
            <a:r>
              <a:rPr lang="en-US" sz="1400" b="1" dirty="0">
                <a:latin typeface="Helvetica Neue" charset="0"/>
                <a:cs typeface="Helvetica Neue" charset="0"/>
              </a:rPr>
              <a:t>Reliable Operation:</a:t>
            </a:r>
          </a:p>
          <a:p>
            <a:pPr marL="285750" indent="-285750">
              <a:buFont typeface="Arial" panose="020B0604020202020204" pitchFamily="34" charset="0"/>
              <a:buChar char="•"/>
            </a:pPr>
            <a:r>
              <a:rPr lang="en-US" sz="1200" dirty="0">
                <a:latin typeface="Helvetica Neue" charset="0"/>
                <a:cs typeface="Helvetica Neue" charset="0"/>
              </a:rPr>
              <a:t>Stale Entry Reaper</a:t>
            </a:r>
          </a:p>
          <a:p>
            <a:pPr marL="285750" indent="-285750">
              <a:buFont typeface="Arial" panose="020B0604020202020204" pitchFamily="34" charset="0"/>
              <a:buChar char="•"/>
            </a:pPr>
            <a:r>
              <a:rPr lang="en-US" sz="1200" dirty="0">
                <a:latin typeface="Helvetica Neue" charset="0"/>
                <a:cs typeface="Helvetica Neue" charset="0"/>
              </a:rPr>
              <a:t>Inbuilt data Source tracking </a:t>
            </a:r>
          </a:p>
          <a:p>
            <a:pPr marL="285750" indent="-285750">
              <a:buFont typeface="Arial" panose="020B0604020202020204" pitchFamily="34" charset="0"/>
              <a:buChar char="•"/>
            </a:pPr>
            <a:r>
              <a:rPr lang="en-US" sz="1200" dirty="0">
                <a:latin typeface="Helvetica Neue" charset="0"/>
                <a:cs typeface="Helvetica Neue" charset="0"/>
              </a:rPr>
              <a:t>BLE Auto-Reconnect</a:t>
            </a:r>
          </a:p>
          <a:p>
            <a:endParaRPr lang="en-US" sz="1200" b="1" dirty="0">
              <a:latin typeface="Helvetica Neue" charset="0"/>
              <a:cs typeface="Helvetica Neue" charset="0"/>
            </a:endParaRPr>
          </a:p>
          <a:p>
            <a:r>
              <a:rPr lang="en-US" sz="1400" b="1" dirty="0">
                <a:latin typeface="Helvetica Neue" charset="0"/>
                <a:cs typeface="Helvetica Neue" charset="0"/>
              </a:rPr>
              <a:t>Sensing and Actuation</a:t>
            </a:r>
          </a:p>
          <a:p>
            <a:pPr marL="285750" indent="-285750">
              <a:buFont typeface="Arial" panose="020B0604020202020204" pitchFamily="34" charset="0"/>
              <a:buChar char="•"/>
            </a:pPr>
            <a:r>
              <a:rPr lang="en-US" sz="1200" dirty="0">
                <a:latin typeface="Helvetica Neue" charset="0"/>
                <a:cs typeface="Helvetica Neue" charset="0"/>
              </a:rPr>
              <a:t>PC GUIs</a:t>
            </a:r>
          </a:p>
          <a:p>
            <a:pPr marL="285750" indent="-285750">
              <a:buFont typeface="Arial" panose="020B0604020202020204" pitchFamily="34" charset="0"/>
              <a:buChar char="•"/>
            </a:pPr>
            <a:r>
              <a:rPr lang="en-US" sz="1200" dirty="0">
                <a:latin typeface="Helvetica Neue" charset="0"/>
                <a:cs typeface="Helvetica Neue" charset="0"/>
              </a:rPr>
              <a:t>RGB LEDs</a:t>
            </a:r>
          </a:p>
          <a:p>
            <a:pPr marL="285750" indent="-285750">
              <a:buFont typeface="Arial" panose="020B0604020202020204" pitchFamily="34" charset="0"/>
              <a:buChar char="•"/>
            </a:pPr>
            <a:r>
              <a:rPr lang="en-US" sz="1200" dirty="0">
                <a:latin typeface="Helvetica Neue" charset="0"/>
                <a:cs typeface="Helvetica Neue" charset="0"/>
              </a:rPr>
              <a:t>SDR ADS-B RX</a:t>
            </a:r>
          </a:p>
          <a:p>
            <a:pPr marL="285750" indent="-285750">
              <a:buFont typeface="Arial" panose="020B0604020202020204" pitchFamily="34" charset="0"/>
              <a:buChar char="•"/>
            </a:pPr>
            <a:r>
              <a:rPr lang="en-US" sz="1200" dirty="0">
                <a:latin typeface="Helvetica Neue" charset="0"/>
                <a:cs typeface="Helvetica Neue" charset="0"/>
              </a:rPr>
              <a:t>BLE Radio TX/RX</a:t>
            </a:r>
          </a:p>
          <a:p>
            <a:pPr marL="285750" indent="-285750">
              <a:buFont typeface="Arial" panose="020B0604020202020204" pitchFamily="34" charset="0"/>
              <a:buChar char="•"/>
            </a:pPr>
            <a:endParaRPr lang="en-US" sz="1200" b="1" dirty="0">
              <a:latin typeface="Helvetica Neue" charset="0"/>
              <a:cs typeface="Helvetica Neue" charset="0"/>
            </a:endParaRPr>
          </a:p>
          <a:p>
            <a:pPr marL="285750" indent="-285750">
              <a:buFont typeface="Arial" panose="020B0604020202020204" pitchFamily="34" charset="0"/>
              <a:buChar char="•"/>
            </a:pPr>
            <a:endParaRPr lang="en-US" sz="1200" b="1" dirty="0">
              <a:latin typeface="Helvetica Neue" charset="0"/>
              <a:cs typeface="Helvetica Neue" charset="0"/>
            </a:endParaRPr>
          </a:p>
          <a:p>
            <a:endParaRPr lang="en-AU" dirty="0"/>
          </a:p>
        </p:txBody>
      </p:sp>
      <p:pic>
        <p:nvPicPr>
          <p:cNvPr id="3" name="Picture 2" descr="The image displays a map with a marker on Samford Village near Brisbane Airport, indicating a collision warning and a diversion alert, along with flight data.&#10;&#10;AI-generated content may be incorrect.">
            <a:extLst>
              <a:ext uri="{FF2B5EF4-FFF2-40B4-BE49-F238E27FC236}">
                <a16:creationId xmlns:a16="http://schemas.microsoft.com/office/drawing/2014/main" id="{B27EFAE1-132B-206B-D9AD-C00723EC20C2}"/>
              </a:ext>
            </a:extLst>
          </p:cNvPr>
          <p:cNvPicPr>
            <a:picLocks noChangeAspect="1"/>
          </p:cNvPicPr>
          <p:nvPr/>
        </p:nvPicPr>
        <p:blipFill>
          <a:blip r:embed="rId7"/>
          <a:stretch>
            <a:fillRect/>
          </a:stretch>
        </p:blipFill>
        <p:spPr>
          <a:xfrm>
            <a:off x="10765631" y="1248798"/>
            <a:ext cx="3705224" cy="2221833"/>
          </a:xfrm>
          <a:prstGeom prst="rect">
            <a:avLst/>
          </a:prstGeom>
          <a:ln w="38100">
            <a:solidFill>
              <a:srgbClr val="FF0000"/>
            </a:solidFill>
          </a:ln>
        </p:spPr>
      </p:pic>
    </p:spTree>
  </p:cSld>
  <p:clrMapOvr>
    <a:masterClrMapping/>
  </p:clrMapOvr>
</p:sld>
</file>

<file path=ppt/theme/theme1.xml><?xml version="1.0" encoding="utf-8"?>
<a:theme xmlns:a="http://schemas.openxmlformats.org/drawingml/2006/main" name="poster">
  <a:themeElements>
    <a:clrScheme name="UQColours">
      <a:dk1>
        <a:sysClr val="windowText" lastClr="000000"/>
      </a:dk1>
      <a:lt1>
        <a:sysClr val="window" lastClr="FFFFFF"/>
      </a:lt1>
      <a:dk2>
        <a:srgbClr val="271D65"/>
      </a:dk2>
      <a:lt2>
        <a:srgbClr val="EEECE1"/>
      </a:lt2>
      <a:accent1>
        <a:srgbClr val="271D65"/>
      </a:accent1>
      <a:accent2>
        <a:srgbClr val="AA0433"/>
      </a:accent2>
      <a:accent3>
        <a:srgbClr val="73B632"/>
      </a:accent3>
      <a:accent4>
        <a:srgbClr val="F6BC1C"/>
      </a:accent4>
      <a:accent5>
        <a:srgbClr val="4BACC6"/>
      </a:accent5>
      <a:accent6>
        <a:srgbClr val="2A73AE"/>
      </a:accent6>
      <a:hlink>
        <a:srgbClr val="3A8B2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1856</TotalTime>
  <Words>594</Words>
  <Application>Microsoft Office PowerPoint</Application>
  <PresentationFormat>Custom</PresentationFormat>
  <Paragraphs>110</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Bodoni MT</vt:lpstr>
      <vt:lpstr>Calibri</vt:lpstr>
      <vt:lpstr>Didot</vt:lpstr>
      <vt:lpstr>Helvetica Neue</vt:lpstr>
      <vt:lpstr>poster</vt:lpstr>
      <vt:lpstr>SKYWATCH</vt:lpstr>
    </vt:vector>
  </TitlesOfParts>
  <Company>School of ITEE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your project (Bodoni mt 48pt)</dc:title>
  <dc:creator>Lorna Macdonald</dc:creator>
  <cp:lastModifiedBy>Will Wrenn</cp:lastModifiedBy>
  <cp:revision>8</cp:revision>
  <cp:lastPrinted>2011-10-04T02:16:03Z</cp:lastPrinted>
  <dcterms:created xsi:type="dcterms:W3CDTF">2011-10-04T02:18:07Z</dcterms:created>
  <dcterms:modified xsi:type="dcterms:W3CDTF">2026-05-25T03:54:34Z</dcterms:modified>
</cp:coreProperties>
</file>