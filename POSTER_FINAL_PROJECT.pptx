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7" r:id="rId2"/>
  </p:sldIdLst>
  <p:sldSz cx="14758988" cy="10333038"/>
  <p:notesSz cx="6858000" cy="9144000"/>
  <p:defaultTextStyle>
    <a:defPPr>
      <a:defRPr lang="en-US"/>
    </a:defPPr>
    <a:lvl1pPr algn="l" defTabSz="715963" rtl="0" fontAlgn="base">
      <a:spcBef>
        <a:spcPct val="0"/>
      </a:spcBef>
      <a:spcAft>
        <a:spcPct val="0"/>
      </a:spcAft>
      <a:defRPr sz="2800" kern="1200">
        <a:solidFill>
          <a:schemeClr val="tx1"/>
        </a:solidFill>
        <a:latin typeface="Arial" charset="0"/>
        <a:ea typeface="Geneva" charset="-128"/>
        <a:cs typeface="+mn-cs"/>
      </a:defRPr>
    </a:lvl1pPr>
    <a:lvl2pPr marL="715963" indent="-258763" algn="l" defTabSz="715963" rtl="0" fontAlgn="base">
      <a:spcBef>
        <a:spcPct val="0"/>
      </a:spcBef>
      <a:spcAft>
        <a:spcPct val="0"/>
      </a:spcAft>
      <a:defRPr sz="2800" kern="1200">
        <a:solidFill>
          <a:schemeClr val="tx1"/>
        </a:solidFill>
        <a:latin typeface="Arial" charset="0"/>
        <a:ea typeface="Geneva" charset="-128"/>
        <a:cs typeface="+mn-cs"/>
      </a:defRPr>
    </a:lvl2pPr>
    <a:lvl3pPr marL="1433513" indent="-519113" algn="l" defTabSz="715963" rtl="0" fontAlgn="base">
      <a:spcBef>
        <a:spcPct val="0"/>
      </a:spcBef>
      <a:spcAft>
        <a:spcPct val="0"/>
      </a:spcAft>
      <a:defRPr sz="2800" kern="1200">
        <a:solidFill>
          <a:schemeClr val="tx1"/>
        </a:solidFill>
        <a:latin typeface="Arial" charset="0"/>
        <a:ea typeface="Geneva" charset="-128"/>
        <a:cs typeface="+mn-cs"/>
      </a:defRPr>
    </a:lvl3pPr>
    <a:lvl4pPr marL="2149475" indent="-777875" algn="l" defTabSz="715963" rtl="0" fontAlgn="base">
      <a:spcBef>
        <a:spcPct val="0"/>
      </a:spcBef>
      <a:spcAft>
        <a:spcPct val="0"/>
      </a:spcAft>
      <a:defRPr sz="2800" kern="1200">
        <a:solidFill>
          <a:schemeClr val="tx1"/>
        </a:solidFill>
        <a:latin typeface="Arial" charset="0"/>
        <a:ea typeface="Geneva" charset="-128"/>
        <a:cs typeface="+mn-cs"/>
      </a:defRPr>
    </a:lvl4pPr>
    <a:lvl5pPr marL="2867025" indent="-1038225" algn="l" defTabSz="715963" rtl="0" fontAlgn="base">
      <a:spcBef>
        <a:spcPct val="0"/>
      </a:spcBef>
      <a:spcAft>
        <a:spcPct val="0"/>
      </a:spcAft>
      <a:defRPr sz="2800" kern="1200">
        <a:solidFill>
          <a:schemeClr val="tx1"/>
        </a:solidFill>
        <a:latin typeface="Arial" charset="0"/>
        <a:ea typeface="Geneva" charset="-128"/>
        <a:cs typeface="+mn-cs"/>
      </a:defRPr>
    </a:lvl5pPr>
    <a:lvl6pPr marL="2286000" algn="l" defTabSz="914400" rtl="0" eaLnBrk="1" latinLnBrk="0" hangingPunct="1">
      <a:defRPr sz="2800" kern="1200">
        <a:solidFill>
          <a:schemeClr val="tx1"/>
        </a:solidFill>
        <a:latin typeface="Arial" charset="0"/>
        <a:ea typeface="Geneva" charset="-128"/>
        <a:cs typeface="+mn-cs"/>
      </a:defRPr>
    </a:lvl6pPr>
    <a:lvl7pPr marL="2743200" algn="l" defTabSz="914400" rtl="0" eaLnBrk="1" latinLnBrk="0" hangingPunct="1">
      <a:defRPr sz="2800" kern="1200">
        <a:solidFill>
          <a:schemeClr val="tx1"/>
        </a:solidFill>
        <a:latin typeface="Arial" charset="0"/>
        <a:ea typeface="Geneva" charset="-128"/>
        <a:cs typeface="+mn-cs"/>
      </a:defRPr>
    </a:lvl7pPr>
    <a:lvl8pPr marL="3200400" algn="l" defTabSz="914400" rtl="0" eaLnBrk="1" latinLnBrk="0" hangingPunct="1">
      <a:defRPr sz="2800" kern="1200">
        <a:solidFill>
          <a:schemeClr val="tx1"/>
        </a:solidFill>
        <a:latin typeface="Arial" charset="0"/>
        <a:ea typeface="Geneva" charset="-128"/>
        <a:cs typeface="+mn-cs"/>
      </a:defRPr>
    </a:lvl8pPr>
    <a:lvl9pPr marL="3657600" algn="l" defTabSz="914400" rtl="0" eaLnBrk="1" latinLnBrk="0" hangingPunct="1">
      <a:defRPr sz="2800" kern="1200">
        <a:solidFill>
          <a:schemeClr val="tx1"/>
        </a:solidFill>
        <a:latin typeface="Arial" charset="0"/>
        <a:ea typeface="Geneva" charset="-128"/>
        <a:cs typeface="+mn-cs"/>
      </a:defRPr>
    </a:lvl9pPr>
  </p:defaultTextStyle>
  <p:extLst>
    <p:ext uri="{EFAFB233-063F-42B5-8137-9DF3F51BA10A}">
      <p15:sldGuideLst xmlns:p15="http://schemas.microsoft.com/office/powerpoint/2012/main">
        <p15:guide id="1" orient="horz" pos="3254">
          <p15:clr>
            <a:srgbClr val="A4A3A4"/>
          </p15:clr>
        </p15:guide>
        <p15:guide id="2" pos="4648">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71D6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p:scale>
          <a:sx n="75" d="100"/>
          <a:sy n="75" d="100"/>
        </p:scale>
        <p:origin x="-202" y="-1560"/>
      </p:cViewPr>
      <p:guideLst>
        <p:guide orient="horz" pos="3254"/>
        <p:guide pos="4648"/>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cs typeface="Geneva" charset="-128"/>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smtClean="0"/>
            </a:lvl1pPr>
          </a:lstStyle>
          <a:p>
            <a:pPr>
              <a:defRPr/>
            </a:pPr>
            <a:fld id="{8FB99983-FF8B-48D4-BB5C-A13EAE56EED1}" type="datetime1">
              <a:rPr lang="en-US"/>
              <a:pPr>
                <a:defRPr/>
              </a:pPr>
              <a:t>5/23/2026</a:t>
            </a:fld>
            <a:endParaRPr lang="en-US"/>
          </a:p>
        </p:txBody>
      </p:sp>
      <p:sp>
        <p:nvSpPr>
          <p:cNvPr id="4" name="Slide Image Placeholder 3"/>
          <p:cNvSpPr>
            <a:spLocks noGrp="1" noRot="1" noChangeAspect="1"/>
          </p:cNvSpPr>
          <p:nvPr>
            <p:ph type="sldImg" idx="2"/>
          </p:nvPr>
        </p:nvSpPr>
        <p:spPr>
          <a:xfrm>
            <a:off x="981075" y="685800"/>
            <a:ext cx="489585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wrap="square" lIns="91440" tIns="45720" rIns="91440" bIns="45720" numCol="1" anchor="t" anchorCtr="0" compatLnSpc="1">
            <a:prstTxWarp prst="textNoShape">
              <a:avLst/>
            </a:prstTxWarp>
            <a:normAutofit/>
          </a:bodyPr>
          <a:lstStyle/>
          <a:p>
            <a:pPr lvl="0"/>
            <a:r>
              <a:rPr lang="en-AU" noProof="0"/>
              <a:t>Click to edit Master text styles</a:t>
            </a:r>
          </a:p>
          <a:p>
            <a:pPr lvl="1"/>
            <a:r>
              <a:rPr lang="en-AU" noProof="0"/>
              <a:t>Second level</a:t>
            </a:r>
          </a:p>
          <a:p>
            <a:pPr lvl="2"/>
            <a:r>
              <a:rPr lang="en-AU" noProof="0"/>
              <a:t>Third level</a:t>
            </a:r>
          </a:p>
          <a:p>
            <a:pPr lvl="3"/>
            <a:r>
              <a:rPr lang="en-AU" noProof="0"/>
              <a:t>Fourth level</a:t>
            </a:r>
          </a:p>
          <a:p>
            <a:pPr lvl="4"/>
            <a:r>
              <a:rPr lang="en-AU" noProof="0"/>
              <a:t>Fifth level</a:t>
            </a:r>
            <a:endParaRPr lang="en-US" noProof="0"/>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cs typeface="Geneva" charset="-128"/>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smtClean="0"/>
            </a:lvl1pPr>
          </a:lstStyle>
          <a:p>
            <a:pPr>
              <a:defRPr/>
            </a:pPr>
            <a:fld id="{B5E5256C-919A-4817-B7EE-7D55C0BCBE54}" type="slidenum">
              <a:rPr lang="en-US"/>
              <a:pPr>
                <a:defRPr/>
              </a:pPr>
              <a:t>‹#›</a:t>
            </a:fld>
            <a:endParaRPr lang="en-US"/>
          </a:p>
        </p:txBody>
      </p:sp>
    </p:spTree>
    <p:extLst>
      <p:ext uri="{BB962C8B-B14F-4D97-AF65-F5344CB8AC3E}">
        <p14:creationId xmlns:p14="http://schemas.microsoft.com/office/powerpoint/2010/main" val="3691560316"/>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Geneva" charset="-128"/>
        <a:cs typeface="Geneva" charset="-128"/>
      </a:defRPr>
    </a:lvl1pPr>
    <a:lvl2pPr marL="457200" algn="l" defTabSz="457200" rtl="0" eaLnBrk="0" fontAlgn="base" hangingPunct="0">
      <a:spcBef>
        <a:spcPct val="30000"/>
      </a:spcBef>
      <a:spcAft>
        <a:spcPct val="0"/>
      </a:spcAft>
      <a:defRPr sz="1200" kern="1200">
        <a:solidFill>
          <a:schemeClr val="tx1"/>
        </a:solidFill>
        <a:latin typeface="+mn-lt"/>
        <a:ea typeface="Geneva" charset="-128"/>
        <a:cs typeface="+mn-cs"/>
      </a:defRPr>
    </a:lvl2pPr>
    <a:lvl3pPr marL="914400" algn="l" defTabSz="457200" rtl="0" eaLnBrk="0" fontAlgn="base" hangingPunct="0">
      <a:spcBef>
        <a:spcPct val="30000"/>
      </a:spcBef>
      <a:spcAft>
        <a:spcPct val="0"/>
      </a:spcAft>
      <a:defRPr sz="1200" kern="1200">
        <a:solidFill>
          <a:schemeClr val="tx1"/>
        </a:solidFill>
        <a:latin typeface="+mn-lt"/>
        <a:ea typeface="Geneva" charset="-128"/>
        <a:cs typeface="+mn-cs"/>
      </a:defRPr>
    </a:lvl3pPr>
    <a:lvl4pPr marL="1371600" algn="l" defTabSz="457200" rtl="0" eaLnBrk="0" fontAlgn="base" hangingPunct="0">
      <a:spcBef>
        <a:spcPct val="30000"/>
      </a:spcBef>
      <a:spcAft>
        <a:spcPct val="0"/>
      </a:spcAft>
      <a:defRPr sz="1200" kern="1200">
        <a:solidFill>
          <a:schemeClr val="tx1"/>
        </a:solidFill>
        <a:latin typeface="+mn-lt"/>
        <a:ea typeface="Geneva" charset="-128"/>
        <a:cs typeface="+mn-cs"/>
      </a:defRPr>
    </a:lvl4pPr>
    <a:lvl5pPr marL="1828800" algn="l" defTabSz="457200" rtl="0" eaLnBrk="0" fontAlgn="base" hangingPunct="0">
      <a:spcBef>
        <a:spcPct val="30000"/>
      </a:spcBef>
      <a:spcAft>
        <a:spcPct val="0"/>
      </a:spcAft>
      <a:defRPr sz="1200" kern="1200">
        <a:solidFill>
          <a:schemeClr val="tx1"/>
        </a:solidFill>
        <a:latin typeface="+mn-lt"/>
        <a:ea typeface="Geneva"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pPr>
              <a:defRPr/>
            </a:pPr>
            <a:fld id="{B5E5256C-919A-4817-B7EE-7D55C0BCBE54}" type="slidenum">
              <a:rPr lang="en-US" smtClean="0"/>
              <a:pPr>
                <a:defRPr/>
              </a:pPr>
              <a:t>1</a:t>
            </a:fld>
            <a:endParaRPr lang="en-US"/>
          </a:p>
        </p:txBody>
      </p:sp>
    </p:spTree>
    <p:extLst>
      <p:ext uri="{BB962C8B-B14F-4D97-AF65-F5344CB8AC3E}">
        <p14:creationId xmlns:p14="http://schemas.microsoft.com/office/powerpoint/2010/main" val="29842276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06924" y="3209940"/>
            <a:ext cx="12545140" cy="2214906"/>
          </a:xfrm>
        </p:spPr>
        <p:txBody>
          <a:bodyPr/>
          <a:lstStyle/>
          <a:p>
            <a:r>
              <a:rPr lang="en-AU"/>
              <a:t>Click to edit Master title style</a:t>
            </a:r>
            <a:endParaRPr lang="en-US"/>
          </a:p>
        </p:txBody>
      </p:sp>
      <p:sp>
        <p:nvSpPr>
          <p:cNvPr id="3" name="Subtitle 2"/>
          <p:cNvSpPr>
            <a:spLocks noGrp="1"/>
          </p:cNvSpPr>
          <p:nvPr>
            <p:ph type="subTitle" idx="1"/>
          </p:nvPr>
        </p:nvSpPr>
        <p:spPr>
          <a:xfrm>
            <a:off x="2213848" y="5855388"/>
            <a:ext cx="10331292" cy="2640665"/>
          </a:xfrm>
        </p:spPr>
        <p:txBody>
          <a:bodyPr/>
          <a:lstStyle>
            <a:lvl1pPr marL="0" indent="0" algn="ctr">
              <a:buNone/>
              <a:defRPr>
                <a:solidFill>
                  <a:schemeClr val="tx1">
                    <a:tint val="75000"/>
                  </a:schemeClr>
                </a:solidFill>
              </a:defRPr>
            </a:lvl1pPr>
            <a:lvl2pPr marL="716890" indent="0" algn="ctr">
              <a:buNone/>
              <a:defRPr>
                <a:solidFill>
                  <a:schemeClr val="tx1">
                    <a:tint val="75000"/>
                  </a:schemeClr>
                </a:solidFill>
              </a:defRPr>
            </a:lvl2pPr>
            <a:lvl3pPr marL="1433779" indent="0" algn="ctr">
              <a:buNone/>
              <a:defRPr>
                <a:solidFill>
                  <a:schemeClr val="tx1">
                    <a:tint val="75000"/>
                  </a:schemeClr>
                </a:solidFill>
              </a:defRPr>
            </a:lvl3pPr>
            <a:lvl4pPr marL="2150669" indent="0" algn="ctr">
              <a:buNone/>
              <a:defRPr>
                <a:solidFill>
                  <a:schemeClr val="tx1">
                    <a:tint val="75000"/>
                  </a:schemeClr>
                </a:solidFill>
              </a:defRPr>
            </a:lvl4pPr>
            <a:lvl5pPr marL="2867558" indent="0" algn="ctr">
              <a:buNone/>
              <a:defRPr>
                <a:solidFill>
                  <a:schemeClr val="tx1">
                    <a:tint val="75000"/>
                  </a:schemeClr>
                </a:solidFill>
              </a:defRPr>
            </a:lvl5pPr>
            <a:lvl6pPr marL="3584448" indent="0" algn="ctr">
              <a:buNone/>
              <a:defRPr>
                <a:solidFill>
                  <a:schemeClr val="tx1">
                    <a:tint val="75000"/>
                  </a:schemeClr>
                </a:solidFill>
              </a:defRPr>
            </a:lvl6pPr>
            <a:lvl7pPr marL="4301338" indent="0" algn="ctr">
              <a:buNone/>
              <a:defRPr>
                <a:solidFill>
                  <a:schemeClr val="tx1">
                    <a:tint val="75000"/>
                  </a:schemeClr>
                </a:solidFill>
              </a:defRPr>
            </a:lvl7pPr>
            <a:lvl8pPr marL="5018227" indent="0" algn="ctr">
              <a:buNone/>
              <a:defRPr>
                <a:solidFill>
                  <a:schemeClr val="tx1">
                    <a:tint val="75000"/>
                  </a:schemeClr>
                </a:solidFill>
              </a:defRPr>
            </a:lvl8pPr>
            <a:lvl9pPr marL="5735117" indent="0" algn="ctr">
              <a:buNone/>
              <a:defRPr>
                <a:solidFill>
                  <a:schemeClr val="tx1">
                    <a:tint val="75000"/>
                  </a:schemeClr>
                </a:solidFill>
              </a:defRPr>
            </a:lvl9pPr>
          </a:lstStyle>
          <a:p>
            <a:r>
              <a:rPr lang="en-AU"/>
              <a:t>Click to edit Master subtitle style</a:t>
            </a:r>
            <a:endParaRPr lang="en-US"/>
          </a:p>
        </p:txBody>
      </p:sp>
      <p:sp>
        <p:nvSpPr>
          <p:cNvPr id="4" name="Date Placeholder 3"/>
          <p:cNvSpPr>
            <a:spLocks noGrp="1"/>
          </p:cNvSpPr>
          <p:nvPr>
            <p:ph type="dt" sz="half" idx="10"/>
          </p:nvPr>
        </p:nvSpPr>
        <p:spPr/>
        <p:txBody>
          <a:bodyPr/>
          <a:lstStyle>
            <a:lvl1pPr>
              <a:defRPr/>
            </a:lvl1pPr>
          </a:lstStyle>
          <a:p>
            <a:pPr>
              <a:defRPr/>
            </a:pPr>
            <a:fld id="{65CAC68B-D864-4606-AD5B-C211B22260C9}" type="datetime1">
              <a:rPr lang="en-US"/>
              <a:pPr>
                <a:defRPr/>
              </a:pPr>
              <a:t>5/23/2026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CD6B829-617E-46B8-8641-E065B8FDE8F6}" type="slidenum">
              <a:rPr lang="en-US"/>
              <a:pPr>
                <a:defRPr/>
              </a:pPr>
              <a:t>‹#›</a:t>
            </a:fld>
            <a:endParaRPr lang="en-US"/>
          </a:p>
        </p:txBody>
      </p:sp>
    </p:spTree>
    <p:extLst>
      <p:ext uri="{BB962C8B-B14F-4D97-AF65-F5344CB8AC3E}">
        <p14:creationId xmlns:p14="http://schemas.microsoft.com/office/powerpoint/2010/main" val="24882214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cxnSp>
        <p:nvCxnSpPr>
          <p:cNvPr id="10" name="Straight Connector 9"/>
          <p:cNvCxnSpPr/>
          <p:nvPr userDrawn="1"/>
        </p:nvCxnSpPr>
        <p:spPr>
          <a:xfrm>
            <a:off x="0" y="47625"/>
            <a:ext cx="14773275" cy="1588"/>
          </a:xfrm>
          <a:prstGeom prst="line">
            <a:avLst/>
          </a:prstGeom>
          <a:ln w="19050" cap="flat" cmpd="sng" algn="ctr">
            <a:solidFill>
              <a:schemeClr val="accent1"/>
            </a:solidFill>
            <a:prstDash val="solid"/>
            <a:roun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userDrawn="1"/>
        </p:nvCxnSpPr>
        <p:spPr>
          <a:xfrm>
            <a:off x="0" y="1109663"/>
            <a:ext cx="14773275" cy="1587"/>
          </a:xfrm>
          <a:prstGeom prst="line">
            <a:avLst/>
          </a:prstGeom>
          <a:ln w="19050" cap="flat" cmpd="sng" algn="ctr">
            <a:solidFill>
              <a:schemeClr val="accent1"/>
            </a:solidFill>
            <a:prstDash val="solid"/>
            <a:roun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6" name="Text Placeholder 2"/>
          <p:cNvSpPr>
            <a:spLocks noGrp="1"/>
          </p:cNvSpPr>
          <p:nvPr>
            <p:ph idx="1"/>
          </p:nvPr>
        </p:nvSpPr>
        <p:spPr bwMode="auto">
          <a:xfrm>
            <a:off x="112538" y="1270000"/>
            <a:ext cx="3499731" cy="7656512"/>
          </a:xfrm>
          <a:prstGeom prst="rect">
            <a:avLst/>
          </a:prstGeom>
          <a:noFill/>
          <a:ln w="9525">
            <a:noFill/>
            <a:miter lim="800000"/>
            <a:headEnd/>
            <a:tailEnd/>
          </a:ln>
        </p:spPr>
        <p:txBody>
          <a:bodyPr/>
          <a:lstStyle>
            <a:lvl1pPr marL="0" indent="0" algn="l">
              <a:buNone/>
              <a:defRPr sz="1400">
                <a:latin typeface="Helvetica Neue"/>
                <a:cs typeface="Helvetica Neue"/>
              </a:defRPr>
            </a:lvl1pPr>
            <a:lvl2pPr algn="l">
              <a:buNone/>
              <a:defRPr sz="1800">
                <a:latin typeface="Helvetica Neue"/>
                <a:cs typeface="Helvetica Neue"/>
              </a:defRPr>
            </a:lvl2pPr>
            <a:lvl3pPr algn="l">
              <a:buNone/>
              <a:defRPr sz="1800">
                <a:latin typeface="Helvetica Neue"/>
                <a:cs typeface="Helvetica Neue"/>
              </a:defRPr>
            </a:lvl3pPr>
            <a:lvl4pPr algn="l">
              <a:buNone/>
              <a:defRPr sz="1800">
                <a:latin typeface="Helvetica Neue"/>
                <a:cs typeface="Helvetica Neue"/>
              </a:defRPr>
            </a:lvl4pPr>
            <a:lvl5pPr algn="l">
              <a:buNone/>
              <a:defRPr sz="1800">
                <a:latin typeface="Helvetica Neue"/>
                <a:cs typeface="Helvetica Neue"/>
              </a:defRPr>
            </a:lvl5pPr>
          </a:lstStyle>
          <a:p>
            <a:pPr lvl="0"/>
            <a:r>
              <a:rPr lang="en-AU" noProof="0" dirty="0"/>
              <a:t>Click to edit Master text styles</a:t>
            </a:r>
          </a:p>
          <a:p>
            <a:pPr lvl="0"/>
            <a:r>
              <a:rPr lang="en-AU" noProof="0" dirty="0"/>
              <a:t>Second level</a:t>
            </a:r>
          </a:p>
          <a:p>
            <a:pPr lvl="0"/>
            <a:r>
              <a:rPr lang="en-AU" noProof="0" dirty="0"/>
              <a:t>Third level</a:t>
            </a:r>
          </a:p>
          <a:p>
            <a:pPr lvl="0"/>
            <a:r>
              <a:rPr lang="en-AU" noProof="0" dirty="0"/>
              <a:t>Fourth level</a:t>
            </a:r>
          </a:p>
          <a:p>
            <a:pPr lvl="0"/>
            <a:r>
              <a:rPr lang="en-AU" noProof="0" dirty="0"/>
              <a:t>Fifth level</a:t>
            </a:r>
            <a:endParaRPr lang="en-US" noProof="0" dirty="0"/>
          </a:p>
        </p:txBody>
      </p:sp>
      <p:sp>
        <p:nvSpPr>
          <p:cNvPr id="9" name="Title 8"/>
          <p:cNvSpPr>
            <a:spLocks noGrp="1"/>
          </p:cNvSpPr>
          <p:nvPr>
            <p:ph type="title"/>
          </p:nvPr>
        </p:nvSpPr>
        <p:spPr>
          <a:xfrm>
            <a:off x="449969" y="-24897"/>
            <a:ext cx="14311745" cy="697998"/>
          </a:xfrm>
        </p:spPr>
        <p:txBody>
          <a:bodyPr/>
          <a:lstStyle>
            <a:lvl1pPr algn="r">
              <a:defRPr sz="4800" cap="all">
                <a:solidFill>
                  <a:srgbClr val="271D65"/>
                </a:solidFill>
                <a:latin typeface="Bodoni MT"/>
                <a:cs typeface="Bodoni MT"/>
              </a:defRPr>
            </a:lvl1pPr>
          </a:lstStyle>
          <a:p>
            <a:r>
              <a:rPr lang="en-AU" dirty="0"/>
              <a:t>Click to edit Master title style</a:t>
            </a:r>
            <a:endParaRPr lang="en-US" dirty="0"/>
          </a:p>
        </p:txBody>
      </p:sp>
      <p:sp>
        <p:nvSpPr>
          <p:cNvPr id="14" name="Subtitle 2"/>
          <p:cNvSpPr>
            <a:spLocks noGrp="1"/>
          </p:cNvSpPr>
          <p:nvPr>
            <p:ph type="subTitle" idx="10"/>
          </p:nvPr>
        </p:nvSpPr>
        <p:spPr>
          <a:xfrm>
            <a:off x="4403883" y="673101"/>
            <a:ext cx="10331292" cy="441721"/>
          </a:xfrm>
        </p:spPr>
        <p:txBody>
          <a:bodyPr tIns="0">
            <a:noAutofit/>
          </a:bodyPr>
          <a:lstStyle>
            <a:lvl1pPr marL="0" indent="0" algn="r">
              <a:spcBef>
                <a:spcPts val="0"/>
              </a:spcBef>
              <a:buNone/>
              <a:defRPr sz="2400">
                <a:solidFill>
                  <a:srgbClr val="271D65"/>
                </a:solidFill>
              </a:defRPr>
            </a:lvl1pPr>
            <a:lvl2pPr marL="716890" indent="0" algn="ctr">
              <a:buNone/>
              <a:defRPr>
                <a:solidFill>
                  <a:schemeClr val="tx1">
                    <a:tint val="75000"/>
                  </a:schemeClr>
                </a:solidFill>
              </a:defRPr>
            </a:lvl2pPr>
            <a:lvl3pPr marL="1433779" indent="0" algn="ctr">
              <a:buNone/>
              <a:defRPr>
                <a:solidFill>
                  <a:schemeClr val="tx1">
                    <a:tint val="75000"/>
                  </a:schemeClr>
                </a:solidFill>
              </a:defRPr>
            </a:lvl3pPr>
            <a:lvl4pPr marL="2150669" indent="0" algn="ctr">
              <a:buNone/>
              <a:defRPr>
                <a:solidFill>
                  <a:schemeClr val="tx1">
                    <a:tint val="75000"/>
                  </a:schemeClr>
                </a:solidFill>
              </a:defRPr>
            </a:lvl4pPr>
            <a:lvl5pPr marL="2867558" indent="0" algn="ctr">
              <a:buNone/>
              <a:defRPr>
                <a:solidFill>
                  <a:schemeClr val="tx1">
                    <a:tint val="75000"/>
                  </a:schemeClr>
                </a:solidFill>
              </a:defRPr>
            </a:lvl5pPr>
            <a:lvl6pPr marL="3584448" indent="0" algn="ctr">
              <a:buNone/>
              <a:defRPr>
                <a:solidFill>
                  <a:schemeClr val="tx1">
                    <a:tint val="75000"/>
                  </a:schemeClr>
                </a:solidFill>
              </a:defRPr>
            </a:lvl6pPr>
            <a:lvl7pPr marL="4301338" indent="0" algn="ctr">
              <a:buNone/>
              <a:defRPr>
                <a:solidFill>
                  <a:schemeClr val="tx1">
                    <a:tint val="75000"/>
                  </a:schemeClr>
                </a:solidFill>
              </a:defRPr>
            </a:lvl7pPr>
            <a:lvl8pPr marL="5018227" indent="0" algn="ctr">
              <a:buNone/>
              <a:defRPr>
                <a:solidFill>
                  <a:schemeClr val="tx1">
                    <a:tint val="75000"/>
                  </a:schemeClr>
                </a:solidFill>
              </a:defRPr>
            </a:lvl8pPr>
            <a:lvl9pPr marL="5735117" indent="0" algn="ctr">
              <a:buNone/>
              <a:defRPr>
                <a:solidFill>
                  <a:schemeClr val="tx1">
                    <a:tint val="75000"/>
                  </a:schemeClr>
                </a:solidFill>
              </a:defRPr>
            </a:lvl9pPr>
          </a:lstStyle>
          <a:p>
            <a:r>
              <a:rPr lang="en-AU" dirty="0"/>
              <a:t>Click to edit Master subtitle style</a:t>
            </a:r>
            <a:endParaRPr lang="en-US" dirty="0"/>
          </a:p>
        </p:txBody>
      </p:sp>
      <p:sp>
        <p:nvSpPr>
          <p:cNvPr id="15" name="Text Placeholder 2"/>
          <p:cNvSpPr>
            <a:spLocks noGrp="1"/>
          </p:cNvSpPr>
          <p:nvPr>
            <p:ph idx="11"/>
          </p:nvPr>
        </p:nvSpPr>
        <p:spPr bwMode="auto">
          <a:xfrm>
            <a:off x="3789482" y="1270000"/>
            <a:ext cx="3499731" cy="7656512"/>
          </a:xfrm>
          <a:prstGeom prst="rect">
            <a:avLst/>
          </a:prstGeom>
          <a:noFill/>
          <a:ln w="9525">
            <a:noFill/>
            <a:miter lim="800000"/>
            <a:headEnd/>
            <a:tailEnd/>
          </a:ln>
        </p:spPr>
        <p:txBody>
          <a:bodyPr/>
          <a:lstStyle>
            <a:lvl1pPr marL="0" indent="0" algn="l">
              <a:buNone/>
              <a:defRPr sz="1400">
                <a:latin typeface="Helvetica Neue"/>
                <a:cs typeface="Helvetica Neue"/>
              </a:defRPr>
            </a:lvl1pPr>
            <a:lvl2pPr algn="l">
              <a:buNone/>
              <a:defRPr sz="1800">
                <a:latin typeface="Helvetica Neue"/>
                <a:cs typeface="Helvetica Neue"/>
              </a:defRPr>
            </a:lvl2pPr>
            <a:lvl3pPr algn="l">
              <a:buNone/>
              <a:defRPr sz="1800">
                <a:latin typeface="Helvetica Neue"/>
                <a:cs typeface="Helvetica Neue"/>
              </a:defRPr>
            </a:lvl3pPr>
            <a:lvl4pPr algn="l">
              <a:buNone/>
              <a:defRPr sz="1800">
                <a:latin typeface="Helvetica Neue"/>
                <a:cs typeface="Helvetica Neue"/>
              </a:defRPr>
            </a:lvl4pPr>
            <a:lvl5pPr algn="l">
              <a:buNone/>
              <a:defRPr sz="1800">
                <a:latin typeface="Helvetica Neue"/>
                <a:cs typeface="Helvetica Neue"/>
              </a:defRPr>
            </a:lvl5pPr>
          </a:lstStyle>
          <a:p>
            <a:pPr lvl="0"/>
            <a:r>
              <a:rPr lang="en-AU" noProof="0" dirty="0"/>
              <a:t>Click to edit Master text styles</a:t>
            </a:r>
          </a:p>
          <a:p>
            <a:pPr lvl="0"/>
            <a:r>
              <a:rPr lang="en-AU" noProof="0" dirty="0"/>
              <a:t>Second level</a:t>
            </a:r>
          </a:p>
          <a:p>
            <a:pPr lvl="0"/>
            <a:r>
              <a:rPr lang="en-AU" noProof="0" dirty="0"/>
              <a:t>Third level</a:t>
            </a:r>
          </a:p>
          <a:p>
            <a:pPr lvl="0"/>
            <a:r>
              <a:rPr lang="en-AU" noProof="0" dirty="0"/>
              <a:t>Fourth level</a:t>
            </a:r>
          </a:p>
          <a:p>
            <a:pPr lvl="0"/>
            <a:r>
              <a:rPr lang="en-AU" noProof="0" dirty="0"/>
              <a:t>Fifth level</a:t>
            </a:r>
            <a:endParaRPr lang="en-US" noProof="0" dirty="0"/>
          </a:p>
        </p:txBody>
      </p:sp>
      <p:sp>
        <p:nvSpPr>
          <p:cNvPr id="16" name="Text Placeholder 2"/>
          <p:cNvSpPr>
            <a:spLocks noGrp="1"/>
          </p:cNvSpPr>
          <p:nvPr>
            <p:ph idx="12"/>
          </p:nvPr>
        </p:nvSpPr>
        <p:spPr bwMode="auto">
          <a:xfrm>
            <a:off x="7466426" y="1270000"/>
            <a:ext cx="3499731" cy="7656512"/>
          </a:xfrm>
          <a:prstGeom prst="rect">
            <a:avLst/>
          </a:prstGeom>
          <a:noFill/>
          <a:ln w="9525">
            <a:noFill/>
            <a:miter lim="800000"/>
            <a:headEnd/>
            <a:tailEnd/>
          </a:ln>
        </p:spPr>
        <p:txBody>
          <a:bodyPr/>
          <a:lstStyle>
            <a:lvl1pPr marL="0" indent="0" algn="l">
              <a:buNone/>
              <a:defRPr sz="1400">
                <a:latin typeface="Helvetica Neue"/>
                <a:cs typeface="Helvetica Neue"/>
              </a:defRPr>
            </a:lvl1pPr>
            <a:lvl2pPr algn="l">
              <a:buNone/>
              <a:defRPr sz="1800">
                <a:latin typeface="Helvetica Neue"/>
                <a:cs typeface="Helvetica Neue"/>
              </a:defRPr>
            </a:lvl2pPr>
            <a:lvl3pPr algn="l">
              <a:buNone/>
              <a:defRPr sz="1800">
                <a:latin typeface="Helvetica Neue"/>
                <a:cs typeface="Helvetica Neue"/>
              </a:defRPr>
            </a:lvl3pPr>
            <a:lvl4pPr algn="l">
              <a:buNone/>
              <a:defRPr sz="1800">
                <a:latin typeface="Helvetica Neue"/>
                <a:cs typeface="Helvetica Neue"/>
              </a:defRPr>
            </a:lvl4pPr>
            <a:lvl5pPr algn="l">
              <a:buNone/>
              <a:defRPr sz="1800">
                <a:latin typeface="Helvetica Neue"/>
                <a:cs typeface="Helvetica Neue"/>
              </a:defRPr>
            </a:lvl5pPr>
          </a:lstStyle>
          <a:p>
            <a:pPr lvl="0"/>
            <a:r>
              <a:rPr lang="en-AU" noProof="0" dirty="0"/>
              <a:t>Click to edit Master text styles</a:t>
            </a:r>
          </a:p>
          <a:p>
            <a:pPr lvl="0"/>
            <a:r>
              <a:rPr lang="en-AU" noProof="0" dirty="0"/>
              <a:t>Second level</a:t>
            </a:r>
          </a:p>
          <a:p>
            <a:pPr lvl="0"/>
            <a:r>
              <a:rPr lang="en-AU" noProof="0" dirty="0"/>
              <a:t>Third level</a:t>
            </a:r>
          </a:p>
          <a:p>
            <a:pPr lvl="0"/>
            <a:r>
              <a:rPr lang="en-AU" noProof="0" dirty="0"/>
              <a:t>Fourth level</a:t>
            </a:r>
          </a:p>
          <a:p>
            <a:pPr lvl="0"/>
            <a:r>
              <a:rPr lang="en-AU" noProof="0" dirty="0"/>
              <a:t>Fifth level</a:t>
            </a:r>
            <a:endParaRPr lang="en-US" noProof="0" dirty="0"/>
          </a:p>
        </p:txBody>
      </p:sp>
      <p:sp>
        <p:nvSpPr>
          <p:cNvPr id="17" name="Text Placeholder 2"/>
          <p:cNvSpPr>
            <a:spLocks noGrp="1"/>
          </p:cNvSpPr>
          <p:nvPr>
            <p:ph idx="13"/>
          </p:nvPr>
        </p:nvSpPr>
        <p:spPr bwMode="auto">
          <a:xfrm>
            <a:off x="11143369" y="1270000"/>
            <a:ext cx="3499731" cy="7656512"/>
          </a:xfrm>
          <a:prstGeom prst="rect">
            <a:avLst/>
          </a:prstGeom>
          <a:noFill/>
          <a:ln w="9525">
            <a:noFill/>
            <a:miter lim="800000"/>
            <a:headEnd/>
            <a:tailEnd/>
          </a:ln>
        </p:spPr>
        <p:txBody>
          <a:bodyPr/>
          <a:lstStyle>
            <a:lvl1pPr marL="0" indent="0" algn="l">
              <a:buNone/>
              <a:defRPr sz="1400">
                <a:latin typeface="Helvetica Neue"/>
                <a:cs typeface="Helvetica Neue"/>
              </a:defRPr>
            </a:lvl1pPr>
            <a:lvl2pPr algn="l">
              <a:buNone/>
              <a:defRPr sz="1800">
                <a:latin typeface="Helvetica Neue"/>
                <a:cs typeface="Helvetica Neue"/>
              </a:defRPr>
            </a:lvl2pPr>
            <a:lvl3pPr algn="l">
              <a:buNone/>
              <a:defRPr sz="1800">
                <a:latin typeface="Helvetica Neue"/>
                <a:cs typeface="Helvetica Neue"/>
              </a:defRPr>
            </a:lvl3pPr>
            <a:lvl4pPr algn="l">
              <a:buNone/>
              <a:defRPr sz="1800">
                <a:latin typeface="Helvetica Neue"/>
                <a:cs typeface="Helvetica Neue"/>
              </a:defRPr>
            </a:lvl4pPr>
            <a:lvl5pPr algn="l">
              <a:buNone/>
              <a:defRPr sz="1800">
                <a:latin typeface="Helvetica Neue"/>
                <a:cs typeface="Helvetica Neue"/>
              </a:defRPr>
            </a:lvl5pPr>
          </a:lstStyle>
          <a:p>
            <a:pPr lvl="0"/>
            <a:r>
              <a:rPr lang="en-AU" noProof="0" dirty="0"/>
              <a:t>Click to edit Master text styles</a:t>
            </a:r>
          </a:p>
          <a:p>
            <a:pPr lvl="0"/>
            <a:r>
              <a:rPr lang="en-AU" noProof="0" dirty="0"/>
              <a:t>Second level</a:t>
            </a:r>
          </a:p>
          <a:p>
            <a:pPr lvl="0"/>
            <a:r>
              <a:rPr lang="en-AU" noProof="0" dirty="0"/>
              <a:t>Third level</a:t>
            </a:r>
          </a:p>
          <a:p>
            <a:pPr lvl="0"/>
            <a:r>
              <a:rPr lang="en-AU" noProof="0" dirty="0"/>
              <a:t>Fourth level</a:t>
            </a:r>
          </a:p>
          <a:p>
            <a:pPr lvl="0"/>
            <a:r>
              <a:rPr lang="en-AU" noProof="0" dirty="0"/>
              <a:t>Fifth level</a:t>
            </a:r>
            <a:endParaRPr lang="en-US" noProof="0" dirty="0"/>
          </a:p>
        </p:txBody>
      </p:sp>
    </p:spTree>
    <p:extLst>
      <p:ext uri="{BB962C8B-B14F-4D97-AF65-F5344CB8AC3E}">
        <p14:creationId xmlns:p14="http://schemas.microsoft.com/office/powerpoint/2010/main" val="31117241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738188" y="414338"/>
            <a:ext cx="13282612" cy="17208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143378" tIns="71689" rIns="143378" bIns="71689" numCol="1" anchor="ctr" anchorCtr="0" compatLnSpc="1">
            <a:prstTxWarp prst="textNoShape">
              <a:avLst/>
            </a:prstTxWarp>
          </a:bodyPr>
          <a:lstStyle/>
          <a:p>
            <a:pPr lvl="0"/>
            <a:r>
              <a:rPr lang="en-AU"/>
              <a:t>Click to edit Master title style</a:t>
            </a:r>
            <a:endParaRPr lang="en-US"/>
          </a:p>
        </p:txBody>
      </p:sp>
      <p:sp>
        <p:nvSpPr>
          <p:cNvPr id="1027" name="Text Placeholder 2"/>
          <p:cNvSpPr>
            <a:spLocks noGrp="1"/>
          </p:cNvSpPr>
          <p:nvPr>
            <p:ph type="body" idx="1"/>
          </p:nvPr>
        </p:nvSpPr>
        <p:spPr bwMode="auto">
          <a:xfrm>
            <a:off x="738188" y="2411413"/>
            <a:ext cx="13282612" cy="68183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143378" tIns="71689" rIns="143378" bIns="71689" numCol="1" anchor="t" anchorCtr="0" compatLnSpc="1">
            <a:prstTxWarp prst="textNoShape">
              <a:avLst/>
            </a:prstTxWarp>
          </a:bodyPr>
          <a:lstStyle/>
          <a:p>
            <a:pPr lvl="0"/>
            <a:r>
              <a:rPr lang="en-AU"/>
              <a:t>Click to edit Master text styles</a:t>
            </a:r>
          </a:p>
          <a:p>
            <a:pPr lvl="1"/>
            <a:r>
              <a:rPr lang="en-AU"/>
              <a:t>Second level</a:t>
            </a:r>
          </a:p>
          <a:p>
            <a:pPr lvl="2"/>
            <a:r>
              <a:rPr lang="en-AU"/>
              <a:t>Third level</a:t>
            </a:r>
          </a:p>
          <a:p>
            <a:pPr lvl="3"/>
            <a:r>
              <a:rPr lang="en-AU"/>
              <a:t>Fourth level</a:t>
            </a:r>
          </a:p>
          <a:p>
            <a:pPr lvl="4"/>
            <a:r>
              <a:rPr lang="en-AU"/>
              <a:t>Fifth level</a:t>
            </a:r>
            <a:endParaRPr lang="en-US"/>
          </a:p>
        </p:txBody>
      </p:sp>
      <p:sp>
        <p:nvSpPr>
          <p:cNvPr id="4" name="Date Placeholder 3"/>
          <p:cNvSpPr>
            <a:spLocks noGrp="1"/>
          </p:cNvSpPr>
          <p:nvPr>
            <p:ph type="dt" sz="half" idx="2"/>
          </p:nvPr>
        </p:nvSpPr>
        <p:spPr>
          <a:xfrm>
            <a:off x="738188" y="9577388"/>
            <a:ext cx="3443287" cy="549275"/>
          </a:xfrm>
          <a:prstGeom prst="rect">
            <a:avLst/>
          </a:prstGeom>
        </p:spPr>
        <p:txBody>
          <a:bodyPr vert="horz" wrap="square" lIns="143378" tIns="71689" rIns="143378" bIns="71689" numCol="1" anchor="ctr" anchorCtr="0" compatLnSpc="1">
            <a:prstTxWarp prst="textNoShape">
              <a:avLst/>
            </a:prstTxWarp>
          </a:bodyPr>
          <a:lstStyle>
            <a:lvl1pPr>
              <a:defRPr sz="1900" smtClean="0">
                <a:solidFill>
                  <a:srgbClr val="898989"/>
                </a:solidFill>
                <a:latin typeface="Calibri" charset="0"/>
              </a:defRPr>
            </a:lvl1pPr>
          </a:lstStyle>
          <a:p>
            <a:pPr>
              <a:defRPr/>
            </a:pPr>
            <a:fld id="{7D7629C7-CFF9-459C-9750-3C329516BF3C}" type="datetime1">
              <a:rPr lang="en-US"/>
              <a:pPr>
                <a:defRPr/>
              </a:pPr>
              <a:t>5/23/2026</a:t>
            </a:fld>
            <a:endParaRPr lang="en-US"/>
          </a:p>
        </p:txBody>
      </p:sp>
      <p:sp>
        <p:nvSpPr>
          <p:cNvPr id="5" name="Footer Placeholder 4"/>
          <p:cNvSpPr>
            <a:spLocks noGrp="1"/>
          </p:cNvSpPr>
          <p:nvPr>
            <p:ph type="ftr" sz="quarter" idx="3"/>
          </p:nvPr>
        </p:nvSpPr>
        <p:spPr>
          <a:xfrm>
            <a:off x="5041900" y="9577388"/>
            <a:ext cx="4675188" cy="549275"/>
          </a:xfrm>
          <a:prstGeom prst="rect">
            <a:avLst/>
          </a:prstGeom>
        </p:spPr>
        <p:txBody>
          <a:bodyPr vert="horz" lIns="143378" tIns="71689" rIns="143378" bIns="71689" rtlCol="0" anchor="ctr"/>
          <a:lstStyle>
            <a:lvl1pPr algn="ctr" defTabSz="716890" fontAlgn="auto">
              <a:spcBef>
                <a:spcPts val="0"/>
              </a:spcBef>
              <a:spcAft>
                <a:spcPts val="0"/>
              </a:spcAft>
              <a:defRPr sz="1900">
                <a:solidFill>
                  <a:schemeClr val="tx1">
                    <a:tint val="75000"/>
                  </a:schemeClr>
                </a:solidFill>
                <a:latin typeface="+mn-lt"/>
                <a:ea typeface="+mn-ea"/>
                <a:cs typeface="+mn-cs"/>
              </a:defRPr>
            </a:lvl1pPr>
          </a:lstStyle>
          <a:p>
            <a:pPr>
              <a:defRPr/>
            </a:pPr>
            <a:endParaRPr lang="en-US"/>
          </a:p>
        </p:txBody>
      </p:sp>
      <p:sp>
        <p:nvSpPr>
          <p:cNvPr id="6" name="Slide Number Placeholder 5"/>
          <p:cNvSpPr>
            <a:spLocks noGrp="1"/>
          </p:cNvSpPr>
          <p:nvPr>
            <p:ph type="sldNum" sz="quarter" idx="4"/>
          </p:nvPr>
        </p:nvSpPr>
        <p:spPr>
          <a:xfrm>
            <a:off x="10577513" y="9577388"/>
            <a:ext cx="3443287" cy="549275"/>
          </a:xfrm>
          <a:prstGeom prst="rect">
            <a:avLst/>
          </a:prstGeom>
        </p:spPr>
        <p:txBody>
          <a:bodyPr vert="horz" wrap="square" lIns="143378" tIns="71689" rIns="143378" bIns="71689" numCol="1" anchor="ctr" anchorCtr="0" compatLnSpc="1">
            <a:prstTxWarp prst="textNoShape">
              <a:avLst/>
            </a:prstTxWarp>
          </a:bodyPr>
          <a:lstStyle>
            <a:lvl1pPr algn="r">
              <a:defRPr sz="1900" smtClean="0">
                <a:solidFill>
                  <a:srgbClr val="898989"/>
                </a:solidFill>
                <a:latin typeface="Calibri" charset="0"/>
              </a:defRPr>
            </a:lvl1pPr>
          </a:lstStyle>
          <a:p>
            <a:pPr>
              <a:defRPr/>
            </a:pPr>
            <a:fld id="{89B52F6F-59E5-4E8F-A507-C71A1C05D501}"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664" r:id="rId1"/>
    <p:sldLayoutId id="2147483665" r:id="rId2"/>
  </p:sldLayoutIdLst>
  <p:txStyles>
    <p:titleStyle>
      <a:lvl1pPr algn="ctr" defTabSz="715963" rtl="0" eaLnBrk="0" fontAlgn="base" hangingPunct="0">
        <a:spcBef>
          <a:spcPct val="0"/>
        </a:spcBef>
        <a:spcAft>
          <a:spcPct val="0"/>
        </a:spcAft>
        <a:defRPr sz="6900" kern="1200">
          <a:solidFill>
            <a:schemeClr val="tx1"/>
          </a:solidFill>
          <a:latin typeface="Didot"/>
          <a:ea typeface="Geneva" charset="-128"/>
          <a:cs typeface="Didot"/>
        </a:defRPr>
      </a:lvl1pPr>
      <a:lvl2pPr algn="ctr" defTabSz="715963" rtl="0" eaLnBrk="0" fontAlgn="base" hangingPunct="0">
        <a:spcBef>
          <a:spcPct val="0"/>
        </a:spcBef>
        <a:spcAft>
          <a:spcPct val="0"/>
        </a:spcAft>
        <a:defRPr sz="6900">
          <a:solidFill>
            <a:schemeClr val="tx1"/>
          </a:solidFill>
          <a:latin typeface="Didot" charset="0"/>
          <a:ea typeface="Geneva" charset="-128"/>
          <a:cs typeface="Didot" charset="0"/>
        </a:defRPr>
      </a:lvl2pPr>
      <a:lvl3pPr algn="ctr" defTabSz="715963" rtl="0" eaLnBrk="0" fontAlgn="base" hangingPunct="0">
        <a:spcBef>
          <a:spcPct val="0"/>
        </a:spcBef>
        <a:spcAft>
          <a:spcPct val="0"/>
        </a:spcAft>
        <a:defRPr sz="6900">
          <a:solidFill>
            <a:schemeClr val="tx1"/>
          </a:solidFill>
          <a:latin typeface="Didot" charset="0"/>
          <a:ea typeface="Geneva" charset="-128"/>
          <a:cs typeface="Didot" charset="0"/>
        </a:defRPr>
      </a:lvl3pPr>
      <a:lvl4pPr algn="ctr" defTabSz="715963" rtl="0" eaLnBrk="0" fontAlgn="base" hangingPunct="0">
        <a:spcBef>
          <a:spcPct val="0"/>
        </a:spcBef>
        <a:spcAft>
          <a:spcPct val="0"/>
        </a:spcAft>
        <a:defRPr sz="6900">
          <a:solidFill>
            <a:schemeClr val="tx1"/>
          </a:solidFill>
          <a:latin typeface="Didot" charset="0"/>
          <a:ea typeface="Geneva" charset="-128"/>
          <a:cs typeface="Didot" charset="0"/>
        </a:defRPr>
      </a:lvl4pPr>
      <a:lvl5pPr algn="ctr" defTabSz="715963" rtl="0" eaLnBrk="0" fontAlgn="base" hangingPunct="0">
        <a:spcBef>
          <a:spcPct val="0"/>
        </a:spcBef>
        <a:spcAft>
          <a:spcPct val="0"/>
        </a:spcAft>
        <a:defRPr sz="6900">
          <a:solidFill>
            <a:schemeClr val="tx1"/>
          </a:solidFill>
          <a:latin typeface="Didot" charset="0"/>
          <a:ea typeface="Geneva" charset="-128"/>
          <a:cs typeface="Didot" charset="0"/>
        </a:defRPr>
      </a:lvl5pPr>
      <a:lvl6pPr marL="457200" algn="ctr" defTabSz="715963" rtl="0" fontAlgn="base">
        <a:spcBef>
          <a:spcPct val="0"/>
        </a:spcBef>
        <a:spcAft>
          <a:spcPct val="0"/>
        </a:spcAft>
        <a:defRPr sz="6900">
          <a:solidFill>
            <a:schemeClr val="tx1"/>
          </a:solidFill>
          <a:latin typeface="Calibri" charset="0"/>
          <a:ea typeface="Geneva" charset="-128"/>
          <a:cs typeface="Geneva" charset="-128"/>
        </a:defRPr>
      </a:lvl6pPr>
      <a:lvl7pPr marL="914400" algn="ctr" defTabSz="715963" rtl="0" fontAlgn="base">
        <a:spcBef>
          <a:spcPct val="0"/>
        </a:spcBef>
        <a:spcAft>
          <a:spcPct val="0"/>
        </a:spcAft>
        <a:defRPr sz="6900">
          <a:solidFill>
            <a:schemeClr val="tx1"/>
          </a:solidFill>
          <a:latin typeface="Calibri" charset="0"/>
          <a:ea typeface="Geneva" charset="-128"/>
          <a:cs typeface="Geneva" charset="-128"/>
        </a:defRPr>
      </a:lvl7pPr>
      <a:lvl8pPr marL="1371600" algn="ctr" defTabSz="715963" rtl="0" fontAlgn="base">
        <a:spcBef>
          <a:spcPct val="0"/>
        </a:spcBef>
        <a:spcAft>
          <a:spcPct val="0"/>
        </a:spcAft>
        <a:defRPr sz="6900">
          <a:solidFill>
            <a:schemeClr val="tx1"/>
          </a:solidFill>
          <a:latin typeface="Calibri" charset="0"/>
          <a:ea typeface="Geneva" charset="-128"/>
          <a:cs typeface="Geneva" charset="-128"/>
        </a:defRPr>
      </a:lvl8pPr>
      <a:lvl9pPr marL="1828800" algn="ctr" defTabSz="715963" rtl="0" fontAlgn="base">
        <a:spcBef>
          <a:spcPct val="0"/>
        </a:spcBef>
        <a:spcAft>
          <a:spcPct val="0"/>
        </a:spcAft>
        <a:defRPr sz="6900">
          <a:solidFill>
            <a:schemeClr val="tx1"/>
          </a:solidFill>
          <a:latin typeface="Calibri" charset="0"/>
          <a:ea typeface="Geneva" charset="-128"/>
          <a:cs typeface="Geneva" charset="-128"/>
        </a:defRPr>
      </a:lvl9pPr>
    </p:titleStyle>
    <p:bodyStyle>
      <a:lvl1pPr marL="536575" indent="-536575" algn="l" defTabSz="715963" rtl="0" eaLnBrk="0" fontAlgn="base" hangingPunct="0">
        <a:spcBef>
          <a:spcPct val="20000"/>
        </a:spcBef>
        <a:spcAft>
          <a:spcPct val="0"/>
        </a:spcAft>
        <a:buFont typeface="Arial" charset="0"/>
        <a:buChar char="•"/>
        <a:defRPr sz="5000" kern="1200">
          <a:solidFill>
            <a:schemeClr val="tx1"/>
          </a:solidFill>
          <a:latin typeface="Helvetica Neue"/>
          <a:ea typeface="Geneva" charset="-128"/>
          <a:cs typeface="Helvetica Neue"/>
        </a:defRPr>
      </a:lvl1pPr>
      <a:lvl2pPr marL="1163638" indent="-447675" algn="l" defTabSz="715963" rtl="0" eaLnBrk="0" fontAlgn="base" hangingPunct="0">
        <a:spcBef>
          <a:spcPct val="20000"/>
        </a:spcBef>
        <a:spcAft>
          <a:spcPct val="0"/>
        </a:spcAft>
        <a:buFont typeface="Arial" charset="0"/>
        <a:buChar char="•"/>
        <a:defRPr sz="4400" kern="1200">
          <a:solidFill>
            <a:schemeClr val="tx1"/>
          </a:solidFill>
          <a:latin typeface="Helvetica Neue"/>
          <a:ea typeface="Geneva" charset="-128"/>
          <a:cs typeface="Helvetica Neue"/>
        </a:defRPr>
      </a:lvl2pPr>
      <a:lvl3pPr marL="1790700" indent="-357188" algn="l" defTabSz="715963" rtl="0" eaLnBrk="0" fontAlgn="base" hangingPunct="0">
        <a:spcBef>
          <a:spcPct val="20000"/>
        </a:spcBef>
        <a:spcAft>
          <a:spcPct val="0"/>
        </a:spcAft>
        <a:buFont typeface="Arial" charset="0"/>
        <a:buChar char="•"/>
        <a:defRPr sz="3800" kern="1200">
          <a:solidFill>
            <a:schemeClr val="tx1"/>
          </a:solidFill>
          <a:latin typeface="Helvetica Neue"/>
          <a:ea typeface="Geneva" charset="-128"/>
          <a:cs typeface="Helvetica Neue"/>
        </a:defRPr>
      </a:lvl3pPr>
      <a:lvl4pPr marL="2508250" indent="-357188" algn="l" defTabSz="715963" rtl="0" eaLnBrk="0" fontAlgn="base" hangingPunct="0">
        <a:spcBef>
          <a:spcPct val="20000"/>
        </a:spcBef>
        <a:spcAft>
          <a:spcPct val="0"/>
        </a:spcAft>
        <a:buFont typeface="Arial" charset="0"/>
        <a:buChar char="•"/>
        <a:defRPr sz="3100" kern="1200">
          <a:solidFill>
            <a:schemeClr val="tx1"/>
          </a:solidFill>
          <a:latin typeface="Helvetica Neue"/>
          <a:ea typeface="Geneva" charset="-128"/>
          <a:cs typeface="Helvetica Neue"/>
        </a:defRPr>
      </a:lvl4pPr>
      <a:lvl5pPr marL="3225800" indent="-357188" algn="l" defTabSz="715963" rtl="0" eaLnBrk="0" fontAlgn="base" hangingPunct="0">
        <a:spcBef>
          <a:spcPct val="20000"/>
        </a:spcBef>
        <a:spcAft>
          <a:spcPct val="0"/>
        </a:spcAft>
        <a:buFont typeface="Arial" charset="0"/>
        <a:buChar char="•"/>
        <a:defRPr sz="3100" kern="1200">
          <a:solidFill>
            <a:schemeClr val="tx1"/>
          </a:solidFill>
          <a:latin typeface="Helvetica Neue"/>
          <a:ea typeface="Geneva" charset="-128"/>
          <a:cs typeface="Helvetica Neue"/>
        </a:defRPr>
      </a:lvl5pPr>
      <a:lvl6pPr marL="3942893" indent="-358445" algn="l" defTabSz="716890" rtl="0" eaLnBrk="1" latinLnBrk="0" hangingPunct="1">
        <a:spcBef>
          <a:spcPct val="20000"/>
        </a:spcBef>
        <a:buFont typeface="Arial"/>
        <a:buChar char="•"/>
        <a:defRPr sz="3100" kern="1200">
          <a:solidFill>
            <a:schemeClr val="tx1"/>
          </a:solidFill>
          <a:latin typeface="+mn-lt"/>
          <a:ea typeface="+mn-ea"/>
          <a:cs typeface="+mn-cs"/>
        </a:defRPr>
      </a:lvl6pPr>
      <a:lvl7pPr marL="4659782" indent="-358445" algn="l" defTabSz="716890" rtl="0" eaLnBrk="1" latinLnBrk="0" hangingPunct="1">
        <a:spcBef>
          <a:spcPct val="20000"/>
        </a:spcBef>
        <a:buFont typeface="Arial"/>
        <a:buChar char="•"/>
        <a:defRPr sz="3100" kern="1200">
          <a:solidFill>
            <a:schemeClr val="tx1"/>
          </a:solidFill>
          <a:latin typeface="+mn-lt"/>
          <a:ea typeface="+mn-ea"/>
          <a:cs typeface="+mn-cs"/>
        </a:defRPr>
      </a:lvl7pPr>
      <a:lvl8pPr marL="5376672" indent="-358445" algn="l" defTabSz="716890" rtl="0" eaLnBrk="1" latinLnBrk="0" hangingPunct="1">
        <a:spcBef>
          <a:spcPct val="20000"/>
        </a:spcBef>
        <a:buFont typeface="Arial"/>
        <a:buChar char="•"/>
        <a:defRPr sz="3100" kern="1200">
          <a:solidFill>
            <a:schemeClr val="tx1"/>
          </a:solidFill>
          <a:latin typeface="+mn-lt"/>
          <a:ea typeface="+mn-ea"/>
          <a:cs typeface="+mn-cs"/>
        </a:defRPr>
      </a:lvl8pPr>
      <a:lvl9pPr marL="6093562" indent="-358445" algn="l" defTabSz="716890" rtl="0" eaLnBrk="1" latinLnBrk="0" hangingPunct="1">
        <a:spcBef>
          <a:spcPct val="20000"/>
        </a:spcBef>
        <a:buFont typeface="Arial"/>
        <a:buChar char="•"/>
        <a:defRPr sz="3100" kern="1200">
          <a:solidFill>
            <a:schemeClr val="tx1"/>
          </a:solidFill>
          <a:latin typeface="+mn-lt"/>
          <a:ea typeface="+mn-ea"/>
          <a:cs typeface="+mn-cs"/>
        </a:defRPr>
      </a:lvl9pPr>
    </p:bodyStyle>
    <p:otherStyle>
      <a:defPPr>
        <a:defRPr lang="en-US"/>
      </a:defPPr>
      <a:lvl1pPr marL="0" algn="l" defTabSz="716890" rtl="0" eaLnBrk="1" latinLnBrk="0" hangingPunct="1">
        <a:defRPr sz="2800" kern="1200">
          <a:solidFill>
            <a:schemeClr val="tx1"/>
          </a:solidFill>
          <a:latin typeface="+mn-lt"/>
          <a:ea typeface="+mn-ea"/>
          <a:cs typeface="+mn-cs"/>
        </a:defRPr>
      </a:lvl1pPr>
      <a:lvl2pPr marL="716890" algn="l" defTabSz="716890" rtl="0" eaLnBrk="1" latinLnBrk="0" hangingPunct="1">
        <a:defRPr sz="2800" kern="1200">
          <a:solidFill>
            <a:schemeClr val="tx1"/>
          </a:solidFill>
          <a:latin typeface="+mn-lt"/>
          <a:ea typeface="+mn-ea"/>
          <a:cs typeface="+mn-cs"/>
        </a:defRPr>
      </a:lvl2pPr>
      <a:lvl3pPr marL="1433779" algn="l" defTabSz="716890" rtl="0" eaLnBrk="1" latinLnBrk="0" hangingPunct="1">
        <a:defRPr sz="2800" kern="1200">
          <a:solidFill>
            <a:schemeClr val="tx1"/>
          </a:solidFill>
          <a:latin typeface="+mn-lt"/>
          <a:ea typeface="+mn-ea"/>
          <a:cs typeface="+mn-cs"/>
        </a:defRPr>
      </a:lvl3pPr>
      <a:lvl4pPr marL="2150669" algn="l" defTabSz="716890" rtl="0" eaLnBrk="1" latinLnBrk="0" hangingPunct="1">
        <a:defRPr sz="2800" kern="1200">
          <a:solidFill>
            <a:schemeClr val="tx1"/>
          </a:solidFill>
          <a:latin typeface="+mn-lt"/>
          <a:ea typeface="+mn-ea"/>
          <a:cs typeface="+mn-cs"/>
        </a:defRPr>
      </a:lvl4pPr>
      <a:lvl5pPr marL="2867558" algn="l" defTabSz="716890" rtl="0" eaLnBrk="1" latinLnBrk="0" hangingPunct="1">
        <a:defRPr sz="2800" kern="1200">
          <a:solidFill>
            <a:schemeClr val="tx1"/>
          </a:solidFill>
          <a:latin typeface="+mn-lt"/>
          <a:ea typeface="+mn-ea"/>
          <a:cs typeface="+mn-cs"/>
        </a:defRPr>
      </a:lvl5pPr>
      <a:lvl6pPr marL="3584448" algn="l" defTabSz="716890" rtl="0" eaLnBrk="1" latinLnBrk="0" hangingPunct="1">
        <a:defRPr sz="2800" kern="1200">
          <a:solidFill>
            <a:schemeClr val="tx1"/>
          </a:solidFill>
          <a:latin typeface="+mn-lt"/>
          <a:ea typeface="+mn-ea"/>
          <a:cs typeface="+mn-cs"/>
        </a:defRPr>
      </a:lvl6pPr>
      <a:lvl7pPr marL="4301338" algn="l" defTabSz="716890" rtl="0" eaLnBrk="1" latinLnBrk="0" hangingPunct="1">
        <a:defRPr sz="2800" kern="1200">
          <a:solidFill>
            <a:schemeClr val="tx1"/>
          </a:solidFill>
          <a:latin typeface="+mn-lt"/>
          <a:ea typeface="+mn-ea"/>
          <a:cs typeface="+mn-cs"/>
        </a:defRPr>
      </a:lvl7pPr>
      <a:lvl8pPr marL="5018227" algn="l" defTabSz="716890" rtl="0" eaLnBrk="1" latinLnBrk="0" hangingPunct="1">
        <a:defRPr sz="2800" kern="1200">
          <a:solidFill>
            <a:schemeClr val="tx1"/>
          </a:solidFill>
          <a:latin typeface="+mn-lt"/>
          <a:ea typeface="+mn-ea"/>
          <a:cs typeface="+mn-cs"/>
        </a:defRPr>
      </a:lvl8pPr>
      <a:lvl9pPr marL="5735117" algn="l" defTabSz="716890" rtl="0" eaLnBrk="1" latinLnBrk="0" hangingPunct="1">
        <a:defRPr sz="2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descr="The image depicts a nighttime star chart with two planets, one orbiting another, and a distant star.&#10;&#10;AI-generated content may be incorrect.">
            <a:extLst>
              <a:ext uri="{FF2B5EF4-FFF2-40B4-BE49-F238E27FC236}">
                <a16:creationId xmlns:a16="http://schemas.microsoft.com/office/drawing/2014/main" id="{42AE917A-86DF-4743-F6DD-848631ABB240}"/>
              </a:ext>
            </a:extLst>
          </p:cNvPr>
          <p:cNvPicPr>
            <a:picLocks noChangeAspect="1"/>
          </p:cNvPicPr>
          <p:nvPr/>
        </p:nvPicPr>
        <p:blipFill>
          <a:blip r:embed="rId3">
            <a:alphaModFix amt="15000"/>
          </a:blip>
          <a:srcRect l="606" t="660" r="1908" b="1412"/>
          <a:stretch>
            <a:fillRect/>
          </a:stretch>
        </p:blipFill>
        <p:spPr>
          <a:xfrm>
            <a:off x="-28575" y="1114425"/>
            <a:ext cx="14790738" cy="9025255"/>
          </a:xfrm>
          <a:prstGeom prst="rect">
            <a:avLst/>
          </a:prstGeom>
        </p:spPr>
      </p:pic>
      <p:sp>
        <p:nvSpPr>
          <p:cNvPr id="3074" name="Content Placeholder 1"/>
          <p:cNvSpPr>
            <a:spLocks noGrp="1"/>
          </p:cNvSpPr>
          <p:nvPr>
            <p:ph idx="1"/>
          </p:nvPr>
        </p:nvSpPr>
        <p:spPr>
          <a:xfrm>
            <a:off x="112713" y="1270000"/>
            <a:ext cx="3498850" cy="8869680"/>
          </a:xfrm>
          <a:ln/>
        </p:spPr>
        <p:txBody>
          <a:bodyPr/>
          <a:lstStyle/>
          <a:p>
            <a:r>
              <a:rPr lang="en-US" sz="1800" dirty="0">
                <a:latin typeface="Bodoni MT" charset="0"/>
                <a:cs typeface="Helvetica Neue" charset="0"/>
              </a:rPr>
              <a:t>INTRODUCTION</a:t>
            </a:r>
          </a:p>
          <a:p>
            <a:r>
              <a:rPr lang="en-AU" b="1" dirty="0"/>
              <a:t>Real-Time ADS-B Aircraft Surveillance and Collision Detection System</a:t>
            </a:r>
            <a:endParaRPr lang="en-US" b="1" dirty="0">
              <a:latin typeface="Helvetica Neue" charset="0"/>
              <a:cs typeface="Helvetica Neue" charset="0"/>
            </a:endParaRPr>
          </a:p>
          <a:p>
            <a:r>
              <a:rPr lang="en-US" sz="1200" dirty="0">
                <a:latin typeface="Helvetica Neue" charset="0"/>
                <a:cs typeface="Helvetica Neue" charset="0"/>
              </a:rPr>
              <a:t>Small UAV operators that exist in uncontrolled airspaces have no affordable ways to detect potential collisions with manned ADS-B-equipped aircraft.</a:t>
            </a:r>
          </a:p>
          <a:p>
            <a:r>
              <a:rPr lang="en-US" sz="1200" dirty="0">
                <a:latin typeface="Helvetica Neue" charset="0"/>
                <a:cs typeface="Helvetica Neue" charset="0"/>
              </a:rPr>
              <a:t>Existing ADS-B receiver displays surrounding traffic but cannot combine a non-transponder drones own position into conflict prediction, leaving a critical gap. This system closes that gap.</a:t>
            </a:r>
          </a:p>
          <a:p>
            <a:r>
              <a:rPr lang="en-US" sz="1200" dirty="0">
                <a:latin typeface="Helvetica Neue" charset="0"/>
                <a:cs typeface="Helvetica Neue" charset="0"/>
              </a:rPr>
              <a:t>It combines the real ADS-B aircraft and a simulated BLE-telemetry drone which will simulate a real UAV operation and can be scaled to real world use.</a:t>
            </a:r>
          </a:p>
          <a:p>
            <a:r>
              <a:rPr lang="en-US" sz="1200" dirty="0">
                <a:latin typeface="Helvetica Neue" charset="0"/>
                <a:cs typeface="Helvetica Neue" charset="0"/>
              </a:rPr>
              <a:t>It is a low-cost ground unit using an SDR, two nRF52840 boards and a Peizo buzzer that delivers air traffic control equivalent to a single operator.</a:t>
            </a:r>
            <a:endParaRPr lang="en-US" dirty="0">
              <a:latin typeface="Helvetica Neue" charset="0"/>
              <a:cs typeface="Helvetica Neue" charset="0"/>
            </a:endParaRPr>
          </a:p>
          <a:p>
            <a:r>
              <a:rPr lang="en-US" sz="1800" dirty="0">
                <a:latin typeface="Bodoni MT" charset="0"/>
                <a:cs typeface="Helvetica Neue" charset="0"/>
              </a:rPr>
              <a:t>SYSTEM OVERVIEW</a:t>
            </a:r>
            <a:endParaRPr lang="en-US" sz="1800" b="1" dirty="0">
              <a:latin typeface="Bodoni MT" charset="0"/>
              <a:cs typeface="Helvetica Neue" charset="0"/>
            </a:endParaRPr>
          </a:p>
          <a:p>
            <a:r>
              <a:rPr lang="en-US" b="1" dirty="0">
                <a:latin typeface="Helvetica Neue" charset="0"/>
                <a:cs typeface="Helvetica Neue" charset="0"/>
              </a:rPr>
              <a:t>Input</a:t>
            </a:r>
          </a:p>
          <a:p>
            <a:r>
              <a:rPr lang="en-AU" sz="1200" dirty="0"/>
              <a:t>SDR on Host PC receives 1090MHz ADS-B broadcasts from real aircraft, decoded by Dump1090 and forwarded as JSON to the Traffic Controller Board via USB Aircraft Node transmits simulated UAV telemetry over BLE GATT at 5Hz to the Traffic Controller Board</a:t>
            </a:r>
            <a:endParaRPr lang="en-US" b="1" dirty="0">
              <a:latin typeface="Helvetica Neue" charset="0"/>
              <a:cs typeface="Helvetica Neue" charset="0"/>
            </a:endParaRPr>
          </a:p>
          <a:p>
            <a:r>
              <a:rPr lang="en-US" b="1" dirty="0">
                <a:latin typeface="Helvetica Neue" charset="0"/>
                <a:cs typeface="Helvetica Neue" charset="0"/>
              </a:rPr>
              <a:t>Process</a:t>
            </a:r>
          </a:p>
          <a:p>
            <a:r>
              <a:rPr lang="en-AU" sz="1200" dirty="0"/>
              <a:t>Traffic Controller Board fuses both ADS-B and BLE feeds into a unified Aircraft Database Kalman filter smooths noisy position data and extrapolates future trajectories Collision predictor evaluates all pairwise aircraft conflicts and calculates time-to-closest-approach</a:t>
            </a:r>
            <a:endParaRPr lang="en-US" b="1" dirty="0">
              <a:latin typeface="Helvetica Neue" charset="0"/>
              <a:cs typeface="Helvetica Neue" charset="0"/>
            </a:endParaRPr>
          </a:p>
          <a:p>
            <a:r>
              <a:rPr lang="en-US" b="1" dirty="0">
                <a:latin typeface="Helvetica Neue" charset="0"/>
                <a:cs typeface="Helvetica Neue" charset="0"/>
              </a:rPr>
              <a:t>Output</a:t>
            </a:r>
          </a:p>
          <a:p>
            <a:r>
              <a:rPr lang="en-AU" sz="1200" dirty="0"/>
              <a:t>Piezo buzzer triggers audible alert on collision detection BLE collision packet sent back to aircraft node Flight Controller GUI displays live position, collision warnings and timestamped event log Operational history published via MQTT to web dashboard</a:t>
            </a:r>
            <a:endParaRPr lang="en-US" sz="1200" dirty="0">
              <a:latin typeface="Helvetica Neue" charset="0"/>
              <a:cs typeface="Helvetica Neue" charset="0"/>
            </a:endParaRPr>
          </a:p>
        </p:txBody>
      </p:sp>
      <p:sp>
        <p:nvSpPr>
          <p:cNvPr id="3075" name="Title 2"/>
          <p:cNvSpPr>
            <a:spLocks noGrp="1"/>
          </p:cNvSpPr>
          <p:nvPr>
            <p:ph type="title"/>
          </p:nvPr>
        </p:nvSpPr>
        <p:spPr>
          <a:xfrm>
            <a:off x="449263" y="-25400"/>
            <a:ext cx="14312900" cy="698500"/>
          </a:xfrm>
        </p:spPr>
        <p:txBody>
          <a:bodyPr/>
          <a:lstStyle/>
          <a:p>
            <a:r>
              <a:rPr lang="en-US" cap="none" dirty="0">
                <a:latin typeface="Bodoni MT" charset="0"/>
                <a:cs typeface="Didot" charset="0"/>
              </a:rPr>
              <a:t>SKYWATCH</a:t>
            </a:r>
          </a:p>
        </p:txBody>
      </p:sp>
      <p:sp>
        <p:nvSpPr>
          <p:cNvPr id="3076" name="Subtitle 3"/>
          <p:cNvSpPr>
            <a:spLocks noGrp="1"/>
          </p:cNvSpPr>
          <p:nvPr>
            <p:ph type="subTitle" idx="10"/>
          </p:nvPr>
        </p:nvSpPr>
        <p:spPr>
          <a:xfrm>
            <a:off x="4403725" y="673100"/>
            <a:ext cx="10331450" cy="441325"/>
          </a:xfrm>
        </p:spPr>
        <p:txBody>
          <a:bodyPr/>
          <a:lstStyle/>
          <a:p>
            <a:pPr>
              <a:spcBef>
                <a:spcPct val="0"/>
              </a:spcBef>
            </a:pPr>
            <a:r>
              <a:rPr lang="en-US" dirty="0">
                <a:latin typeface="Helvetica Neue" charset="0"/>
                <a:cs typeface="Helvetica Neue" charset="0"/>
              </a:rPr>
              <a:t>William Wrenn and Blaise Delforce – Vermillion-Puck</a:t>
            </a:r>
          </a:p>
        </p:txBody>
      </p:sp>
      <p:sp>
        <p:nvSpPr>
          <p:cNvPr id="3077" name="Content Placeholder 7"/>
          <p:cNvSpPr>
            <a:spLocks noGrp="1"/>
          </p:cNvSpPr>
          <p:nvPr>
            <p:ph idx="11"/>
          </p:nvPr>
        </p:nvSpPr>
        <p:spPr>
          <a:xfrm>
            <a:off x="3789363" y="1270000"/>
            <a:ext cx="3500437" cy="8869680"/>
          </a:xfrm>
          <a:ln/>
        </p:spPr>
        <p:txBody>
          <a:bodyPr/>
          <a:lstStyle/>
          <a:p>
            <a:r>
              <a:rPr lang="en-US" sz="1800" dirty="0">
                <a:latin typeface="Bodoni MT" charset="0"/>
                <a:cs typeface="Helvetica Neue" charset="0"/>
              </a:rPr>
              <a:t>FINDINGS </a:t>
            </a:r>
            <a:endParaRPr lang="en-US" dirty="0">
              <a:latin typeface="Helvetica Neue" charset="0"/>
              <a:cs typeface="Helvetica Neue" charset="0"/>
            </a:endParaRPr>
          </a:p>
          <a:p>
            <a:r>
              <a:rPr lang="en-US" b="1" dirty="0">
                <a:latin typeface="Helvetica Neue" charset="0"/>
                <a:cs typeface="Helvetica Neue" charset="0"/>
              </a:rPr>
              <a:t>BLE Communication</a:t>
            </a:r>
          </a:p>
          <a:p>
            <a:pPr marL="171450" indent="-171450">
              <a:buFont typeface="Arial" panose="020B0604020202020204" pitchFamily="34" charset="0"/>
              <a:buChar char="•"/>
            </a:pPr>
            <a:r>
              <a:rPr lang="en-US" sz="1200" dirty="0">
                <a:latin typeface="Helvetica Neue" charset="0"/>
                <a:cs typeface="Helvetica Neue" charset="0"/>
              </a:rPr>
              <a:t>Stable 5Hz GATT connection maintained between controller and aircraft node</a:t>
            </a:r>
          </a:p>
          <a:p>
            <a:pPr marL="171450" indent="-171450">
              <a:buFont typeface="Arial" panose="020B0604020202020204" pitchFamily="34" charset="0"/>
              <a:buChar char="•"/>
            </a:pPr>
            <a:r>
              <a:rPr lang="en-US" sz="1200" dirty="0">
                <a:latin typeface="Helvetica Neue" charset="0"/>
                <a:cs typeface="Helvetica Neue" charset="0"/>
              </a:rPr>
              <a:t>Auto reconnect performance after drop </a:t>
            </a:r>
            <a:endParaRPr lang="en-US" sz="1200" b="1" dirty="0">
              <a:latin typeface="Helvetica Neue" charset="0"/>
              <a:cs typeface="Helvetica Neue" charset="0"/>
            </a:endParaRPr>
          </a:p>
          <a:p>
            <a:r>
              <a:rPr lang="en-US" b="1" dirty="0">
                <a:latin typeface="Helvetica Neue" charset="0"/>
                <a:cs typeface="Helvetica Neue" charset="0"/>
              </a:rPr>
              <a:t>Collision Detection</a:t>
            </a:r>
          </a:p>
          <a:p>
            <a:pPr marL="171450" indent="-171450">
              <a:buFont typeface="Arial" panose="020B0604020202020204" pitchFamily="34" charset="0"/>
              <a:buChar char="•"/>
            </a:pPr>
            <a:r>
              <a:rPr lang="en-US" sz="1200" dirty="0">
                <a:latin typeface="Helvetica Neue" charset="0"/>
                <a:cs typeface="Helvetica Neue" charset="0"/>
              </a:rPr>
              <a:t>Kalman filter accuracy on smoothing noisy position data</a:t>
            </a:r>
          </a:p>
          <a:p>
            <a:pPr marL="171450" indent="-171450">
              <a:buFont typeface="Arial" panose="020B0604020202020204" pitchFamily="34" charset="0"/>
              <a:buChar char="•"/>
            </a:pPr>
            <a:r>
              <a:rPr lang="en-US" sz="1200" dirty="0">
                <a:latin typeface="Helvetica Neue" charset="0"/>
                <a:cs typeface="Helvetica Neue" charset="0"/>
              </a:rPr>
              <a:t>Time to closest approach correctly identifying conflict geometry</a:t>
            </a:r>
            <a:endParaRPr lang="en-US" sz="1200" b="1" dirty="0">
              <a:latin typeface="Helvetica Neue" charset="0"/>
              <a:cs typeface="Helvetica Neue" charset="0"/>
            </a:endParaRPr>
          </a:p>
          <a:p>
            <a:r>
              <a:rPr lang="en-US" b="1" dirty="0">
                <a:latin typeface="Helvetica Neue" charset="0"/>
                <a:cs typeface="Helvetica Neue" charset="0"/>
              </a:rPr>
              <a:t>Warning System</a:t>
            </a:r>
          </a:p>
          <a:p>
            <a:pPr marL="171450" indent="-171450">
              <a:buFont typeface="Arial" panose="020B0604020202020204" pitchFamily="34" charset="0"/>
              <a:buChar char="•"/>
            </a:pPr>
            <a:r>
              <a:rPr lang="en-US" sz="1200" dirty="0">
                <a:latin typeface="Helvetica Neue" charset="0"/>
                <a:cs typeface="Helvetica Neue" charset="0"/>
              </a:rPr>
              <a:t>End to end warning delivery - BLE packet, piezo buzzer, GUI alert</a:t>
            </a:r>
          </a:p>
          <a:p>
            <a:pPr marL="171450" indent="-171450">
              <a:buFont typeface="Arial" panose="020B0604020202020204" pitchFamily="34" charset="0"/>
              <a:buChar char="•"/>
            </a:pPr>
            <a:r>
              <a:rPr lang="en-US" sz="1200" dirty="0">
                <a:latin typeface="Helvetica Neue" charset="0"/>
                <a:cs typeface="Helvetica Neue" charset="0"/>
              </a:rPr>
              <a:t>Timestamp logging of collision received and cleared events</a:t>
            </a:r>
            <a:endParaRPr lang="en-US" sz="1200" b="1" dirty="0">
              <a:latin typeface="Helvetica Neue" charset="0"/>
              <a:cs typeface="Helvetica Neue" charset="0"/>
            </a:endParaRPr>
          </a:p>
          <a:p>
            <a:r>
              <a:rPr lang="en-US" b="1" dirty="0">
                <a:latin typeface="Helvetica Neue" charset="0"/>
                <a:cs typeface="Helvetica Neue" charset="0"/>
              </a:rPr>
              <a:t>Flight Controller GUI</a:t>
            </a:r>
          </a:p>
          <a:p>
            <a:pPr marL="171450" indent="-171450">
              <a:buFont typeface="Arial" panose="020B0604020202020204" pitchFamily="34" charset="0"/>
              <a:buChar char="•"/>
            </a:pPr>
            <a:r>
              <a:rPr lang="en-US" sz="1200" dirty="0">
                <a:latin typeface="Helvetica Neue" charset="0"/>
                <a:cs typeface="Helvetica Neue" charset="0"/>
              </a:rPr>
              <a:t>Live GPS tracking on Brisbane map with correct bound</a:t>
            </a:r>
          </a:p>
          <a:p>
            <a:pPr marL="171450" indent="-171450">
              <a:buFont typeface="Arial" panose="020B0604020202020204" pitchFamily="34" charset="0"/>
              <a:buChar char="•"/>
            </a:pPr>
            <a:r>
              <a:rPr lang="en-US" sz="1200" dirty="0">
                <a:latin typeface="Helvetica Neue" charset="0"/>
                <a:cs typeface="Helvetica Neue" charset="0"/>
              </a:rPr>
              <a:t>Collision warning log display with timestamps.</a:t>
            </a:r>
            <a:endParaRPr lang="en-US" sz="1200" b="1" dirty="0">
              <a:latin typeface="Helvetica Neue" charset="0"/>
              <a:cs typeface="Helvetica Neue" charset="0"/>
            </a:endParaRPr>
          </a:p>
          <a:p>
            <a:r>
              <a:rPr lang="en-US" b="1" dirty="0">
                <a:latin typeface="Helvetica Neue" charset="0"/>
                <a:cs typeface="Helvetica Neue" charset="0"/>
              </a:rPr>
              <a:t>System Integration</a:t>
            </a:r>
          </a:p>
          <a:p>
            <a:pPr marL="171450" indent="-171450">
              <a:buFont typeface="Arial" panose="020B0604020202020204" pitchFamily="34" charset="0"/>
              <a:buChar char="•"/>
            </a:pPr>
            <a:r>
              <a:rPr lang="en-US" sz="1200" dirty="0">
                <a:latin typeface="Helvetica Neue" charset="0"/>
                <a:cs typeface="Helvetica Neue" charset="0"/>
              </a:rPr>
              <a:t>Successful fusion of ADS-B and BLE feeds into single Aircraft Database </a:t>
            </a:r>
          </a:p>
          <a:p>
            <a:pPr marL="171450" indent="-171450">
              <a:buFont typeface="Arial" panose="020B0604020202020204" pitchFamily="34" charset="0"/>
              <a:buChar char="•"/>
            </a:pPr>
            <a:r>
              <a:rPr lang="en-US" sz="1200" dirty="0">
                <a:latin typeface="Helvetica Neue" charset="0"/>
                <a:cs typeface="Helvetica Neue" charset="0"/>
              </a:rPr>
              <a:t>Both cooperative and non-cooperative aircraft evaluated in same conflict predictor</a:t>
            </a:r>
            <a:endParaRPr lang="en-US" b="1" dirty="0">
              <a:latin typeface="Helvetica Neue" charset="0"/>
              <a:cs typeface="Helvetica Neue" charset="0"/>
            </a:endParaRPr>
          </a:p>
          <a:p>
            <a:endParaRPr lang="en-US" b="1" dirty="0">
              <a:latin typeface="Helvetica Neue" charset="0"/>
              <a:cs typeface="Helvetica Neue" charset="0"/>
            </a:endParaRPr>
          </a:p>
          <a:p>
            <a:r>
              <a:rPr lang="en-US" sz="1800" dirty="0">
                <a:latin typeface="Bodoni MT" charset="0"/>
                <a:cs typeface="Helvetica Neue" charset="0"/>
              </a:rPr>
              <a:t>REFERENCES</a:t>
            </a:r>
            <a:endParaRPr lang="en-US" dirty="0">
              <a:latin typeface="Helvetica Neue" charset="0"/>
              <a:cs typeface="Helvetica Neue" charset="0"/>
            </a:endParaRPr>
          </a:p>
          <a:p>
            <a:pPr marL="285750" indent="-285750">
              <a:buFont typeface="Arial" panose="020B0604020202020204" pitchFamily="34" charset="0"/>
              <a:buChar char="•"/>
            </a:pPr>
            <a:r>
              <a:rPr lang="en-US" sz="1200" dirty="0">
                <a:latin typeface="Helvetica Neue" charset="0"/>
                <a:cs typeface="Helvetica Neue" charset="0"/>
              </a:rPr>
              <a:t>Background Image/Logo produced for this poster by Claude.ai</a:t>
            </a:r>
          </a:p>
          <a:p>
            <a:pPr marL="285750" indent="-285750">
              <a:buFont typeface="Arial" panose="020B0604020202020204" pitchFamily="34" charset="0"/>
              <a:buChar char="•"/>
            </a:pPr>
            <a:r>
              <a:rPr lang="en-US" sz="1200" dirty="0">
                <a:latin typeface="Helvetica Neue" charset="0"/>
                <a:cs typeface="Helvetica Neue" charset="0"/>
              </a:rPr>
              <a:t>.</a:t>
            </a:r>
          </a:p>
          <a:p>
            <a:pPr marL="285750" indent="-285750">
              <a:buFont typeface="Arial" panose="020B0604020202020204" pitchFamily="34" charset="0"/>
              <a:buChar char="•"/>
            </a:pPr>
            <a:r>
              <a:rPr lang="en-US" sz="1200" dirty="0">
                <a:latin typeface="Helvetica Neue" charset="0"/>
                <a:cs typeface="Helvetica Neue" charset="0"/>
              </a:rPr>
              <a:t>.</a:t>
            </a:r>
          </a:p>
          <a:p>
            <a:pPr marL="285750" indent="-285750">
              <a:buFont typeface="Arial" panose="020B0604020202020204" pitchFamily="34" charset="0"/>
              <a:buChar char="•"/>
            </a:pPr>
            <a:r>
              <a:rPr lang="en-US" sz="1200" dirty="0">
                <a:latin typeface="Helvetica Neue" charset="0"/>
                <a:cs typeface="Helvetica Neue" charset="0"/>
              </a:rPr>
              <a:t>.</a:t>
            </a:r>
          </a:p>
          <a:p>
            <a:pPr marL="285750" indent="-285750">
              <a:buFont typeface="Arial" panose="020B0604020202020204" pitchFamily="34" charset="0"/>
              <a:buChar char="•"/>
            </a:pPr>
            <a:r>
              <a:rPr lang="en-US" sz="1200" dirty="0">
                <a:latin typeface="Helvetica Neue" charset="0"/>
                <a:cs typeface="Helvetica Neue" charset="0"/>
              </a:rPr>
              <a:t>.</a:t>
            </a:r>
          </a:p>
          <a:p>
            <a:pPr marL="285750" indent="-285750">
              <a:buFont typeface="Arial" panose="020B0604020202020204" pitchFamily="34" charset="0"/>
              <a:buChar char="•"/>
            </a:pPr>
            <a:r>
              <a:rPr lang="en-US" sz="1200" dirty="0">
                <a:latin typeface="Helvetica Neue" charset="0"/>
                <a:cs typeface="Helvetica Neue" charset="0"/>
              </a:rPr>
              <a:t>.</a:t>
            </a:r>
          </a:p>
          <a:p>
            <a:pPr marL="285750" indent="-285750">
              <a:buFont typeface="Arial" panose="020B0604020202020204" pitchFamily="34" charset="0"/>
              <a:buChar char="•"/>
            </a:pPr>
            <a:endParaRPr lang="en-US" sz="1200"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b="1" dirty="0">
              <a:latin typeface="Helvetica Neue" charset="0"/>
              <a:cs typeface="Helvetica Neue" charset="0"/>
            </a:endParaRPr>
          </a:p>
        </p:txBody>
      </p:sp>
      <p:sp>
        <p:nvSpPr>
          <p:cNvPr id="3078" name="Content Placeholder 8"/>
          <p:cNvSpPr>
            <a:spLocks noGrp="1"/>
          </p:cNvSpPr>
          <p:nvPr>
            <p:ph idx="12"/>
          </p:nvPr>
        </p:nvSpPr>
        <p:spPr>
          <a:xfrm>
            <a:off x="7466013" y="1270001"/>
            <a:ext cx="3299618" cy="4252686"/>
          </a:xfrm>
          <a:ln/>
        </p:spPr>
        <p:txBody>
          <a:bodyPr/>
          <a:lstStyle/>
          <a:p>
            <a:r>
              <a:rPr lang="en-US" sz="1800" dirty="0">
                <a:latin typeface="Bodoni MT" charset="0"/>
                <a:cs typeface="Helvetica Neue" charset="0"/>
              </a:rPr>
              <a:t>BLOCK DIAGRAM</a:t>
            </a:r>
            <a:endParaRPr lang="en-US" dirty="0">
              <a:latin typeface="Helvetica Neue" charset="0"/>
              <a:cs typeface="Helvetica Neue" charset="0"/>
            </a:endParaRPr>
          </a:p>
          <a:p>
            <a:r>
              <a:rPr lang="en-US" b="1" dirty="0">
                <a:latin typeface="Helvetica Neue" charset="0"/>
                <a:cs typeface="Helvetica Neue" charset="0"/>
              </a:rPr>
              <a:t>System Hardware</a:t>
            </a:r>
          </a:p>
          <a:p>
            <a:pPr marL="171450" indent="-171450">
              <a:buFont typeface="Arial" panose="020B0604020202020204" pitchFamily="34" charset="0"/>
              <a:buChar char="•"/>
            </a:pPr>
            <a:r>
              <a:rPr lang="en-AU" sz="1200" dirty="0"/>
              <a:t>Host PCs (</a:t>
            </a:r>
          </a:p>
          <a:p>
            <a:pPr marL="171450" indent="-171450">
              <a:buFont typeface="Arial" panose="020B0604020202020204" pitchFamily="34" charset="0"/>
              <a:buChar char="•"/>
            </a:pPr>
            <a:r>
              <a:rPr lang="en-AU" sz="1200" dirty="0">
                <a:solidFill>
                  <a:srgbClr val="7030A0"/>
                </a:solidFill>
              </a:rPr>
              <a:t>ADS-B Filter and RTLSDR/Stub Antennae</a:t>
            </a:r>
          </a:p>
          <a:p>
            <a:pPr marL="171450" indent="-171450">
              <a:buFont typeface="Arial" panose="020B0604020202020204" pitchFamily="34" charset="0"/>
              <a:buChar char="•"/>
            </a:pPr>
            <a:r>
              <a:rPr lang="en-AU" sz="1200" dirty="0"/>
              <a:t>nRF52840 boards (2) (</a:t>
            </a:r>
            <a:r>
              <a:rPr lang="en-AU" sz="1200" i="1" dirty="0">
                <a:solidFill>
                  <a:schemeClr val="accent6"/>
                </a:solidFill>
              </a:rPr>
              <a:t>Controller</a:t>
            </a:r>
            <a:r>
              <a:rPr lang="en-AU" sz="1200" i="1" dirty="0"/>
              <a:t> &amp; </a:t>
            </a:r>
            <a:r>
              <a:rPr lang="en-AU" sz="1200" i="1" dirty="0">
                <a:solidFill>
                  <a:schemeClr val="accent4"/>
                </a:solidFill>
              </a:rPr>
              <a:t>Sim</a:t>
            </a:r>
            <a:r>
              <a:rPr lang="en-AU" sz="1200" dirty="0"/>
              <a:t>)</a:t>
            </a:r>
            <a:endParaRPr lang="en-AU" sz="1600" dirty="0"/>
          </a:p>
          <a:p>
            <a:pPr marL="171450" indent="-171450">
              <a:buFont typeface="Arial" panose="020B0604020202020204" pitchFamily="34" charset="0"/>
              <a:buChar char="•"/>
            </a:pPr>
            <a:r>
              <a:rPr lang="en-AU" sz="1200" dirty="0"/>
              <a:t>Piezo buzzer</a:t>
            </a:r>
            <a:endParaRPr lang="en-AU" sz="1200" b="1" dirty="0">
              <a:latin typeface="Helvetica Neue" charset="0"/>
              <a:cs typeface="Helvetica Neue" charset="0"/>
            </a:endParaRPr>
          </a:p>
          <a:p>
            <a:r>
              <a:rPr lang="en-US" sz="1200" b="1" dirty="0">
                <a:latin typeface="Helvetica Neue" charset="0"/>
                <a:cs typeface="Helvetica Neue" charset="0"/>
              </a:rPr>
              <a:t>System </a:t>
            </a:r>
            <a:r>
              <a:rPr lang="en-US" sz="1200" b="1" dirty="0" err="1">
                <a:latin typeface="Helvetica Neue" charset="0"/>
                <a:cs typeface="Helvetica Neue" charset="0"/>
              </a:rPr>
              <a:t>Visualisation</a:t>
            </a:r>
            <a:r>
              <a:rPr lang="en-US" sz="1200" b="1" dirty="0">
                <a:latin typeface="Helvetica Neue" charset="0"/>
                <a:cs typeface="Helvetica Neue" charset="0"/>
              </a:rPr>
              <a:t> Software</a:t>
            </a:r>
          </a:p>
          <a:p>
            <a:pPr marL="171450" indent="-171450">
              <a:buFont typeface="Arial" panose="020B0604020202020204" pitchFamily="34" charset="0"/>
              <a:buChar char="•"/>
            </a:pPr>
            <a:r>
              <a:rPr lang="en-AU" sz="1200" dirty="0">
                <a:solidFill>
                  <a:srgbClr val="FF0000"/>
                </a:solidFill>
              </a:rPr>
              <a:t>Python Flight Sim GUI</a:t>
            </a:r>
          </a:p>
          <a:p>
            <a:pPr marL="171450" indent="-171450">
              <a:buFont typeface="Arial" panose="020B0604020202020204" pitchFamily="34" charset="0"/>
              <a:buChar char="•"/>
            </a:pPr>
            <a:r>
              <a:rPr lang="en-AU" sz="1200" dirty="0">
                <a:solidFill>
                  <a:srgbClr val="00B050"/>
                </a:solidFill>
              </a:rPr>
              <a:t>Python ATC GUI view</a:t>
            </a:r>
          </a:p>
          <a:p>
            <a:pPr marL="171450" indent="-171450">
              <a:buFont typeface="Arial" panose="020B0604020202020204" pitchFamily="34" charset="0"/>
              <a:buChar char="•"/>
            </a:pPr>
            <a:r>
              <a:rPr lang="en-AU" sz="1200" dirty="0">
                <a:solidFill>
                  <a:srgbClr val="FFC000"/>
                </a:solidFill>
              </a:rPr>
              <a:t>MQTT Web dashboard</a:t>
            </a:r>
          </a:p>
          <a:p>
            <a:pPr marL="171450" indent="-171450">
              <a:buFont typeface="Arial" panose="020B0604020202020204" pitchFamily="34" charset="0"/>
              <a:buChar char="•"/>
            </a:pPr>
            <a:r>
              <a:rPr lang="en-AU" sz="1200" b="1" dirty="0">
                <a:solidFill>
                  <a:srgbClr val="7030A0"/>
                </a:solidFill>
                <a:latin typeface="Helvetica Neue" charset="0"/>
                <a:cs typeface="Helvetica Neue" charset="0"/>
              </a:rPr>
              <a:t>Dump1090 Software</a:t>
            </a:r>
          </a:p>
          <a:p>
            <a:r>
              <a:rPr lang="en-US" b="1" dirty="0">
                <a:latin typeface="Helvetica Neue" charset="0"/>
                <a:cs typeface="Helvetica Neue" charset="0"/>
              </a:rPr>
              <a:t>System Networking</a:t>
            </a:r>
          </a:p>
          <a:p>
            <a:pPr marL="285750" indent="-285750">
              <a:buFont typeface="Arial" panose="020B0604020202020204" pitchFamily="34" charset="0"/>
              <a:buChar char="•"/>
            </a:pPr>
            <a:r>
              <a:rPr lang="en-US" sz="1200" dirty="0">
                <a:solidFill>
                  <a:schemeClr val="accent3">
                    <a:lumMod val="75000"/>
                  </a:schemeClr>
                </a:solidFill>
                <a:latin typeface="Helvetica Neue" charset="0"/>
                <a:cs typeface="Helvetica Neue" charset="0"/>
              </a:rPr>
              <a:t>USB-CDC ACM Serial (Node-PC)</a:t>
            </a:r>
          </a:p>
          <a:p>
            <a:pPr marL="285750" indent="-285750">
              <a:buFont typeface="Arial" panose="020B0604020202020204" pitchFamily="34" charset="0"/>
              <a:buChar char="•"/>
            </a:pPr>
            <a:r>
              <a:rPr lang="en-US" sz="1200" dirty="0">
                <a:solidFill>
                  <a:srgbClr val="FF0000"/>
                </a:solidFill>
                <a:latin typeface="Helvetica Neue" charset="0"/>
                <a:cs typeface="Helvetica Neue" charset="0"/>
              </a:rPr>
              <a:t>BLE GATT (Node-Node)</a:t>
            </a:r>
          </a:p>
          <a:p>
            <a:pPr marL="285750" indent="-285750">
              <a:buFont typeface="Arial" panose="020B0604020202020204" pitchFamily="34" charset="0"/>
              <a:buChar char="•"/>
            </a:pPr>
            <a:r>
              <a:rPr lang="en-US" sz="1200" dirty="0">
                <a:solidFill>
                  <a:schemeClr val="tx1">
                    <a:lumMod val="50000"/>
                    <a:lumOff val="50000"/>
                  </a:schemeClr>
                </a:solidFill>
                <a:latin typeface="Helvetica Neue" charset="0"/>
                <a:cs typeface="Helvetica Neue" charset="0"/>
              </a:rPr>
              <a:t>MQTT + </a:t>
            </a:r>
            <a:r>
              <a:rPr lang="en-US" sz="1200" b="1" dirty="0">
                <a:solidFill>
                  <a:schemeClr val="tx1">
                    <a:lumMod val="50000"/>
                    <a:lumOff val="50000"/>
                  </a:schemeClr>
                </a:solidFill>
                <a:latin typeface="Helvetica Neue" charset="0"/>
                <a:cs typeface="Helvetica Neue" charset="0"/>
              </a:rPr>
              <a:t>HTTPS</a:t>
            </a:r>
            <a:r>
              <a:rPr lang="en-US" sz="1200" dirty="0">
                <a:solidFill>
                  <a:schemeClr val="tx1">
                    <a:lumMod val="50000"/>
                    <a:lumOff val="50000"/>
                  </a:schemeClr>
                </a:solidFill>
                <a:latin typeface="Helvetica Neue" charset="0"/>
                <a:cs typeface="Helvetica Neue" charset="0"/>
              </a:rPr>
              <a:t> REST (Dashboard)</a:t>
            </a:r>
          </a:p>
          <a:p>
            <a:pPr marL="285750" indent="-285750">
              <a:buFont typeface="Arial" panose="020B0604020202020204" pitchFamily="34" charset="0"/>
              <a:buChar char="•"/>
            </a:pPr>
            <a:r>
              <a:rPr lang="en-US" sz="1200" dirty="0">
                <a:solidFill>
                  <a:schemeClr val="accent4">
                    <a:lumMod val="75000"/>
                  </a:schemeClr>
                </a:solidFill>
                <a:latin typeface="Helvetica Neue" charset="0"/>
                <a:cs typeface="Helvetica Neue" charset="0"/>
              </a:rPr>
              <a:t>Dump1090 HTTPS Polling</a:t>
            </a:r>
          </a:p>
          <a:p>
            <a:r>
              <a:rPr lang="en-US" b="1" dirty="0">
                <a:latin typeface="Helvetica Neue" charset="0"/>
                <a:cs typeface="Helvetica Neue" charset="0"/>
              </a:rPr>
              <a:t>System Algorithms</a:t>
            </a:r>
          </a:p>
          <a:p>
            <a:pPr marL="285750" indent="-285750">
              <a:buFont typeface="Arial" panose="020B0604020202020204" pitchFamily="34" charset="0"/>
              <a:buChar char="•"/>
            </a:pPr>
            <a:r>
              <a:rPr lang="en-US" sz="1200" dirty="0">
                <a:latin typeface="Helvetica Neue" charset="0"/>
                <a:cs typeface="Helvetica Neue" charset="0"/>
              </a:rPr>
              <a:t>Kalman </a:t>
            </a:r>
            <a:r>
              <a:rPr lang="en-US" sz="1200" dirty="0" err="1">
                <a:latin typeface="Helvetica Neue" charset="0"/>
                <a:cs typeface="Helvetica Neue" charset="0"/>
              </a:rPr>
              <a:t>Localisation</a:t>
            </a:r>
            <a:r>
              <a:rPr lang="en-US" sz="1200" dirty="0">
                <a:latin typeface="Helvetica Neue" charset="0"/>
                <a:cs typeface="Helvetica Neue" charset="0"/>
              </a:rPr>
              <a:t>/Tracking</a:t>
            </a:r>
          </a:p>
          <a:p>
            <a:pPr marL="285750" indent="-285750">
              <a:buFont typeface="Arial" panose="020B0604020202020204" pitchFamily="34" charset="0"/>
              <a:buChar char="•"/>
            </a:pPr>
            <a:r>
              <a:rPr lang="en-US" sz="1200" dirty="0">
                <a:latin typeface="Helvetica Neue" charset="0"/>
                <a:cs typeface="Helvetica Neue" charset="0"/>
              </a:rPr>
              <a:t>Sensor Data Fusion (BLE/SDR)</a:t>
            </a:r>
          </a:p>
          <a:p>
            <a:pPr marL="285750" indent="-285750">
              <a:buFont typeface="Arial" panose="020B0604020202020204" pitchFamily="34" charset="0"/>
              <a:buChar char="•"/>
            </a:pPr>
            <a:r>
              <a:rPr lang="en-US" sz="1200" dirty="0">
                <a:latin typeface="Helvetica Neue" charset="0"/>
                <a:cs typeface="Helvetica Neue" charset="0"/>
              </a:rPr>
              <a:t>IoT (MQTT/HTTPS REST)</a:t>
            </a:r>
          </a:p>
          <a:p>
            <a:pPr marL="285750" indent="-285750">
              <a:buFont typeface="Arial" panose="020B0604020202020204" pitchFamily="34" charset="0"/>
              <a:buChar char="•"/>
            </a:pPr>
            <a:r>
              <a:rPr lang="en-US" sz="1200" dirty="0">
                <a:latin typeface="Helvetica Neue" charset="0"/>
                <a:cs typeface="Helvetica Neue" charset="0"/>
              </a:rPr>
              <a:t>Geometric Collision Detection</a:t>
            </a:r>
          </a:p>
          <a:p>
            <a:r>
              <a:rPr lang="en-US" b="1" dirty="0">
                <a:latin typeface="Helvetica Neue" charset="0"/>
                <a:cs typeface="Helvetica Neue" charset="0"/>
              </a:rPr>
              <a:t>System Firmware:</a:t>
            </a:r>
          </a:p>
          <a:p>
            <a:pPr marL="285750" indent="-285750">
              <a:buFont typeface="Arial" panose="020B0604020202020204" pitchFamily="34" charset="0"/>
              <a:buChar char="•"/>
            </a:pPr>
            <a:r>
              <a:rPr lang="en-US" sz="1200" dirty="0">
                <a:latin typeface="Helvetica Neue" charset="0"/>
                <a:cs typeface="Helvetica Neue" charset="0"/>
              </a:rPr>
              <a:t>Kernel Mutex/Spinlock/threads for sharing and parallel computing</a:t>
            </a:r>
          </a:p>
          <a:p>
            <a:pPr marL="285750" indent="-285750">
              <a:buFont typeface="Arial" panose="020B0604020202020204" pitchFamily="34" charset="0"/>
              <a:buChar char="•"/>
            </a:pPr>
            <a:r>
              <a:rPr lang="en-US" sz="1200" dirty="0">
                <a:latin typeface="Helvetica Neue" charset="0"/>
                <a:cs typeface="Helvetica Neue" charset="0"/>
              </a:rPr>
              <a:t>BLE Host Stack</a:t>
            </a:r>
          </a:p>
          <a:p>
            <a:pPr marL="285750" indent="-285750">
              <a:buFont typeface="Arial" panose="020B0604020202020204" pitchFamily="34" charset="0"/>
              <a:buChar char="•"/>
            </a:pPr>
            <a:r>
              <a:rPr lang="en-US" sz="1200" dirty="0">
                <a:latin typeface="Helvetica Neue" charset="0"/>
                <a:cs typeface="Helvetica Neue" charset="0"/>
              </a:rPr>
              <a:t>Stack Overflow protection</a:t>
            </a:r>
          </a:p>
          <a:p>
            <a:pPr marL="285750" indent="-285750">
              <a:buFont typeface="Arial" panose="020B0604020202020204" pitchFamily="34" charset="0"/>
              <a:buChar char="•"/>
            </a:pPr>
            <a:r>
              <a:rPr lang="en-US" sz="1200" dirty="0">
                <a:latin typeface="Helvetica Neue" charset="0"/>
                <a:cs typeface="Helvetica Neue" charset="0"/>
              </a:rPr>
              <a:t>USB CDC ACM Dual Interface</a:t>
            </a:r>
          </a:p>
          <a:p>
            <a:pPr marL="285750" indent="-285750">
              <a:buFont typeface="Arial" panose="020B0604020202020204" pitchFamily="34" charset="0"/>
              <a:buChar char="•"/>
            </a:pPr>
            <a:r>
              <a:rPr lang="en-US" sz="1200" dirty="0">
                <a:latin typeface="Helvetica Neue" charset="0"/>
                <a:cs typeface="Helvetica Neue" charset="0"/>
              </a:rPr>
              <a:t>JSON Parsing</a:t>
            </a:r>
          </a:p>
          <a:p>
            <a:endParaRPr lang="en-US" b="1"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p:txBody>
      </p:sp>
      <p:sp>
        <p:nvSpPr>
          <p:cNvPr id="3079" name="Content Placeholder 9"/>
          <p:cNvSpPr>
            <a:spLocks noGrp="1"/>
          </p:cNvSpPr>
          <p:nvPr>
            <p:ph idx="13"/>
          </p:nvPr>
        </p:nvSpPr>
        <p:spPr>
          <a:xfrm>
            <a:off x="11142663" y="1270000"/>
            <a:ext cx="3500437" cy="7656513"/>
          </a:xfrm>
          <a:ln/>
        </p:spPr>
        <p:txBody>
          <a:bodyPr/>
          <a:lstStyle/>
          <a:p>
            <a:r>
              <a:rPr lang="en-US" dirty="0">
                <a:latin typeface="Helvetica Neue" charset="0"/>
                <a:cs typeface="Helvetica Neue" charset="0"/>
              </a:rPr>
              <a:t> </a:t>
            </a: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dirty="0">
              <a:latin typeface="Helvetica Neue" charset="0"/>
              <a:cs typeface="Helvetica Neue" charset="0"/>
            </a:endParaRPr>
          </a:p>
          <a:p>
            <a:endParaRPr lang="en-US" sz="1800" dirty="0">
              <a:latin typeface="Helvetica Neue" charset="0"/>
              <a:cs typeface="Helvetica Neue" charset="0"/>
            </a:endParaRPr>
          </a:p>
          <a:p>
            <a:endParaRPr lang="en-US" dirty="0">
              <a:latin typeface="Helvetica Neue" charset="0"/>
              <a:cs typeface="Helvetica Neue" charset="0"/>
            </a:endParaRPr>
          </a:p>
        </p:txBody>
      </p:sp>
      <p:pic>
        <p:nvPicPr>
          <p:cNvPr id="4" name="Picture 3" descr="The image displays a map with a route from Samford Village to Brisbane Airport, marked with specific latitude and longitude coordinates.&#10;&#10;AI-generated content may be incorrect.">
            <a:extLst>
              <a:ext uri="{FF2B5EF4-FFF2-40B4-BE49-F238E27FC236}">
                <a16:creationId xmlns:a16="http://schemas.microsoft.com/office/drawing/2014/main" id="{0ADC6F1C-1FE4-7E21-A8A9-9BBEC67CC4BA}"/>
              </a:ext>
            </a:extLst>
          </p:cNvPr>
          <p:cNvPicPr>
            <a:picLocks noChangeAspect="1"/>
          </p:cNvPicPr>
          <p:nvPr/>
        </p:nvPicPr>
        <p:blipFill>
          <a:blip r:embed="rId4"/>
          <a:stretch>
            <a:fillRect/>
          </a:stretch>
        </p:blipFill>
        <p:spPr>
          <a:xfrm>
            <a:off x="10765631" y="1237995"/>
            <a:ext cx="3705224" cy="2131728"/>
          </a:xfrm>
          <a:prstGeom prst="rect">
            <a:avLst/>
          </a:prstGeom>
          <a:ln w="38100">
            <a:solidFill>
              <a:srgbClr val="FF0000"/>
            </a:solidFill>
          </a:ln>
        </p:spPr>
      </p:pic>
      <p:pic>
        <p:nvPicPr>
          <p:cNvPr id="14" name="Picture 13" descr="SW&#10;&#10;AI-generated content may be incorrect.">
            <a:extLst>
              <a:ext uri="{FF2B5EF4-FFF2-40B4-BE49-F238E27FC236}">
                <a16:creationId xmlns:a16="http://schemas.microsoft.com/office/drawing/2014/main" id="{A980F6F2-E1AC-8D2F-500D-EB422D3CBC35}"/>
              </a:ext>
            </a:extLst>
          </p:cNvPr>
          <p:cNvPicPr>
            <a:picLocks noChangeAspect="1"/>
          </p:cNvPicPr>
          <p:nvPr/>
        </p:nvPicPr>
        <p:blipFill>
          <a:blip r:embed="rId5"/>
          <a:stretch>
            <a:fillRect/>
          </a:stretch>
        </p:blipFill>
        <p:spPr>
          <a:xfrm>
            <a:off x="23813" y="68727"/>
            <a:ext cx="1056690" cy="970680"/>
          </a:xfrm>
          <a:prstGeom prst="rect">
            <a:avLst/>
          </a:prstGeom>
        </p:spPr>
      </p:pic>
      <p:pic>
        <p:nvPicPr>
          <p:cNvPr id="8" name="Picture 7">
            <a:extLst>
              <a:ext uri="{FF2B5EF4-FFF2-40B4-BE49-F238E27FC236}">
                <a16:creationId xmlns:a16="http://schemas.microsoft.com/office/drawing/2014/main" id="{982037BC-2B71-7ACA-2330-06FC1741E96C}"/>
              </a:ext>
            </a:extLst>
          </p:cNvPr>
          <p:cNvPicPr>
            <a:picLocks noChangeAspect="1"/>
          </p:cNvPicPr>
          <p:nvPr/>
        </p:nvPicPr>
        <p:blipFill>
          <a:blip r:embed="rId6"/>
          <a:stretch>
            <a:fillRect/>
          </a:stretch>
        </p:blipFill>
        <p:spPr>
          <a:xfrm>
            <a:off x="10765631" y="3571540"/>
            <a:ext cx="3705224" cy="1983152"/>
          </a:xfrm>
          <a:prstGeom prst="rect">
            <a:avLst/>
          </a:prstGeom>
          <a:ln w="38100">
            <a:solidFill>
              <a:srgbClr val="00B050"/>
            </a:solidFill>
          </a:ln>
        </p:spPr>
      </p:pic>
      <p:pic>
        <p:nvPicPr>
          <p:cNvPr id="9" name="Picture 8">
            <a:extLst>
              <a:ext uri="{FF2B5EF4-FFF2-40B4-BE49-F238E27FC236}">
                <a16:creationId xmlns:a16="http://schemas.microsoft.com/office/drawing/2014/main" id="{152E7FE2-408E-F46E-196E-E9EDE5F71A2B}"/>
              </a:ext>
            </a:extLst>
          </p:cNvPr>
          <p:cNvPicPr>
            <a:picLocks noChangeAspect="1"/>
          </p:cNvPicPr>
          <p:nvPr/>
        </p:nvPicPr>
        <p:blipFill>
          <a:blip r:embed="rId7"/>
          <a:stretch>
            <a:fillRect/>
          </a:stretch>
        </p:blipFill>
        <p:spPr>
          <a:xfrm>
            <a:off x="7671084" y="7788025"/>
            <a:ext cx="6799771" cy="2072564"/>
          </a:xfrm>
          <a:prstGeom prst="rect">
            <a:avLst/>
          </a:prstGeom>
        </p:spPr>
      </p:pic>
      <p:sp>
        <p:nvSpPr>
          <p:cNvPr id="10" name="TextBox 9">
            <a:extLst>
              <a:ext uri="{FF2B5EF4-FFF2-40B4-BE49-F238E27FC236}">
                <a16:creationId xmlns:a16="http://schemas.microsoft.com/office/drawing/2014/main" id="{C09DCEEB-6E0B-A28B-587D-5CF139DFE960}"/>
              </a:ext>
            </a:extLst>
          </p:cNvPr>
          <p:cNvSpPr txBox="1"/>
          <p:nvPr/>
        </p:nvSpPr>
        <p:spPr>
          <a:xfrm>
            <a:off x="10765631" y="5756509"/>
            <a:ext cx="2375971" cy="2800767"/>
          </a:xfrm>
          <a:prstGeom prst="rect">
            <a:avLst/>
          </a:prstGeom>
          <a:noFill/>
        </p:spPr>
        <p:txBody>
          <a:bodyPr wrap="none" rtlCol="0">
            <a:spAutoFit/>
          </a:bodyPr>
          <a:lstStyle/>
          <a:p>
            <a:r>
              <a:rPr lang="en-US" sz="1400" b="1" dirty="0">
                <a:latin typeface="Helvetica Neue" charset="0"/>
                <a:cs typeface="Helvetica Neue" charset="0"/>
              </a:rPr>
              <a:t>Reliable Operation:</a:t>
            </a:r>
          </a:p>
          <a:p>
            <a:pPr marL="285750" indent="-285750">
              <a:buFont typeface="Arial" panose="020B0604020202020204" pitchFamily="34" charset="0"/>
              <a:buChar char="•"/>
            </a:pPr>
            <a:r>
              <a:rPr lang="en-US" sz="1200" dirty="0">
                <a:latin typeface="Helvetica Neue" charset="0"/>
                <a:cs typeface="Helvetica Neue" charset="0"/>
              </a:rPr>
              <a:t>Stale Entry Reaper</a:t>
            </a:r>
          </a:p>
          <a:p>
            <a:pPr marL="285750" indent="-285750">
              <a:buFont typeface="Arial" panose="020B0604020202020204" pitchFamily="34" charset="0"/>
              <a:buChar char="•"/>
            </a:pPr>
            <a:r>
              <a:rPr lang="en-US" sz="1200" dirty="0">
                <a:latin typeface="Helvetica Neue" charset="0"/>
                <a:cs typeface="Helvetica Neue" charset="0"/>
              </a:rPr>
              <a:t>Inbuilt data Source tracking </a:t>
            </a:r>
          </a:p>
          <a:p>
            <a:pPr marL="285750" indent="-285750">
              <a:buFont typeface="Arial" panose="020B0604020202020204" pitchFamily="34" charset="0"/>
              <a:buChar char="•"/>
            </a:pPr>
            <a:r>
              <a:rPr lang="en-US" sz="1200" dirty="0">
                <a:latin typeface="Helvetica Neue" charset="0"/>
                <a:cs typeface="Helvetica Neue" charset="0"/>
              </a:rPr>
              <a:t>BLE Auto-Reconnect</a:t>
            </a:r>
          </a:p>
          <a:p>
            <a:endParaRPr lang="en-US" sz="1200" b="1" dirty="0">
              <a:latin typeface="Helvetica Neue" charset="0"/>
              <a:cs typeface="Helvetica Neue" charset="0"/>
            </a:endParaRPr>
          </a:p>
          <a:p>
            <a:r>
              <a:rPr lang="en-US" sz="1400" b="1" dirty="0">
                <a:latin typeface="Helvetica Neue" charset="0"/>
                <a:cs typeface="Helvetica Neue" charset="0"/>
              </a:rPr>
              <a:t>Sensing and Actuation</a:t>
            </a:r>
          </a:p>
          <a:p>
            <a:pPr marL="285750" indent="-285750">
              <a:buFont typeface="Arial" panose="020B0604020202020204" pitchFamily="34" charset="0"/>
              <a:buChar char="•"/>
            </a:pPr>
            <a:r>
              <a:rPr lang="en-US" sz="1200" dirty="0">
                <a:latin typeface="Helvetica Neue" charset="0"/>
                <a:cs typeface="Helvetica Neue" charset="0"/>
              </a:rPr>
              <a:t>PC GUIs</a:t>
            </a:r>
          </a:p>
          <a:p>
            <a:pPr marL="285750" indent="-285750">
              <a:buFont typeface="Arial" panose="020B0604020202020204" pitchFamily="34" charset="0"/>
              <a:buChar char="•"/>
            </a:pPr>
            <a:r>
              <a:rPr lang="en-US" sz="1200" dirty="0">
                <a:latin typeface="Helvetica Neue" charset="0"/>
                <a:cs typeface="Helvetica Neue" charset="0"/>
              </a:rPr>
              <a:t>RGB LEDs</a:t>
            </a:r>
          </a:p>
          <a:p>
            <a:pPr marL="285750" indent="-285750">
              <a:buFont typeface="Arial" panose="020B0604020202020204" pitchFamily="34" charset="0"/>
              <a:buChar char="•"/>
            </a:pPr>
            <a:r>
              <a:rPr lang="en-US" sz="1200" dirty="0">
                <a:latin typeface="Helvetica Neue" charset="0"/>
                <a:cs typeface="Helvetica Neue" charset="0"/>
              </a:rPr>
              <a:t>SDR ADS-B RX</a:t>
            </a:r>
          </a:p>
          <a:p>
            <a:pPr marL="285750" indent="-285750">
              <a:buFont typeface="Arial" panose="020B0604020202020204" pitchFamily="34" charset="0"/>
              <a:buChar char="•"/>
            </a:pPr>
            <a:r>
              <a:rPr lang="en-US" sz="1200" dirty="0">
                <a:latin typeface="Helvetica Neue" charset="0"/>
                <a:cs typeface="Helvetica Neue" charset="0"/>
              </a:rPr>
              <a:t>BLE Radio TX/RX</a:t>
            </a:r>
          </a:p>
          <a:p>
            <a:pPr marL="285750" indent="-285750">
              <a:buFont typeface="Arial" panose="020B0604020202020204" pitchFamily="34" charset="0"/>
              <a:buChar char="•"/>
            </a:pPr>
            <a:endParaRPr lang="en-US" sz="1200" b="1" dirty="0">
              <a:latin typeface="Helvetica Neue" charset="0"/>
              <a:cs typeface="Helvetica Neue" charset="0"/>
            </a:endParaRPr>
          </a:p>
          <a:p>
            <a:pPr marL="285750" indent="-285750">
              <a:buFont typeface="Arial" panose="020B0604020202020204" pitchFamily="34" charset="0"/>
              <a:buChar char="•"/>
            </a:pPr>
            <a:endParaRPr lang="en-US" sz="1200" b="1" dirty="0">
              <a:latin typeface="Helvetica Neue" charset="0"/>
              <a:cs typeface="Helvetica Neue" charset="0"/>
            </a:endParaRPr>
          </a:p>
          <a:p>
            <a:endParaRPr lang="en-AU" dirty="0"/>
          </a:p>
        </p:txBody>
      </p:sp>
    </p:spTree>
  </p:cSld>
  <p:clrMapOvr>
    <a:masterClrMapping/>
  </p:clrMapOvr>
</p:sld>
</file>

<file path=ppt/theme/theme1.xml><?xml version="1.0" encoding="utf-8"?>
<a:theme xmlns:a="http://schemas.openxmlformats.org/drawingml/2006/main" name="poster">
  <a:themeElements>
    <a:clrScheme name="UQColours">
      <a:dk1>
        <a:sysClr val="windowText" lastClr="000000"/>
      </a:dk1>
      <a:lt1>
        <a:sysClr val="window" lastClr="FFFFFF"/>
      </a:lt1>
      <a:dk2>
        <a:srgbClr val="271D65"/>
      </a:dk2>
      <a:lt2>
        <a:srgbClr val="EEECE1"/>
      </a:lt2>
      <a:accent1>
        <a:srgbClr val="271D65"/>
      </a:accent1>
      <a:accent2>
        <a:srgbClr val="AA0433"/>
      </a:accent2>
      <a:accent3>
        <a:srgbClr val="73B632"/>
      </a:accent3>
      <a:accent4>
        <a:srgbClr val="F6BC1C"/>
      </a:accent4>
      <a:accent5>
        <a:srgbClr val="4BACC6"/>
      </a:accent5>
      <a:accent6>
        <a:srgbClr val="2A73AE"/>
      </a:accent6>
      <a:hlink>
        <a:srgbClr val="3A8B2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314</TotalTime>
  <Words>505</Words>
  <Application>Microsoft Office PowerPoint</Application>
  <PresentationFormat>Custom</PresentationFormat>
  <Paragraphs>114</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Bodoni MT</vt:lpstr>
      <vt:lpstr>Calibri</vt:lpstr>
      <vt:lpstr>Didot</vt:lpstr>
      <vt:lpstr>Helvetica Neue</vt:lpstr>
      <vt:lpstr>poster</vt:lpstr>
      <vt:lpstr>SKYWATCH</vt:lpstr>
    </vt:vector>
  </TitlesOfParts>
  <Company>School of ITEE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of your project (Bodoni mt 48pt)</dc:title>
  <dc:creator>Lorna Macdonald</dc:creator>
  <cp:lastModifiedBy>Blaise Delforce</cp:lastModifiedBy>
  <cp:revision>7</cp:revision>
  <cp:lastPrinted>2011-10-04T02:16:03Z</cp:lastPrinted>
  <dcterms:created xsi:type="dcterms:W3CDTF">2011-10-04T02:18:07Z</dcterms:created>
  <dcterms:modified xsi:type="dcterms:W3CDTF">2026-05-23T12:04:35Z</dcterms:modified>
</cp:coreProperties>
</file>